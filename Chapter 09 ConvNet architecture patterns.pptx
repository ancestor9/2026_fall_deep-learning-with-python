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136" r:id="rId3"/>
    <p:sldId id="1166" r:id="rId4"/>
    <p:sldId id="1139" r:id="rId5"/>
    <p:sldId id="1134" r:id="rId6"/>
    <p:sldId id="1140" r:id="rId7"/>
    <p:sldId id="1142" r:id="rId8"/>
    <p:sldId id="1168" r:id="rId9"/>
    <p:sldId id="1122" r:id="rId10"/>
    <p:sldId id="1150" r:id="rId11"/>
    <p:sldId id="1137" r:id="rId12"/>
    <p:sldId id="1156" r:id="rId13"/>
    <p:sldId id="1144" r:id="rId14"/>
    <p:sldId id="1143" r:id="rId15"/>
    <p:sldId id="1145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4" r:id="rId25"/>
    <p:sldId id="1147" r:id="rId26"/>
    <p:sldId id="1152" r:id="rId27"/>
    <p:sldId id="1148" r:id="rId28"/>
    <p:sldId id="1157" r:id="rId29"/>
    <p:sldId id="1159" r:id="rId30"/>
    <p:sldId id="1171" r:id="rId31"/>
    <p:sldId id="1163" r:id="rId32"/>
    <p:sldId id="1165" r:id="rId33"/>
    <p:sldId id="1161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6"/>
            <p14:sldId id="1139"/>
            <p14:sldId id="1134"/>
            <p14:sldId id="1140"/>
            <p14:sldId id="1142"/>
            <p14:sldId id="1168"/>
            <p14:sldId id="1122"/>
            <p14:sldId id="1150"/>
            <p14:sldId id="1137"/>
            <p14:sldId id="1156"/>
            <p14:sldId id="1144"/>
            <p14:sldId id="1143"/>
            <p14:sldId id="1145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47"/>
            <p14:sldId id="1152"/>
            <p14:sldId id="1148"/>
            <p14:sldId id="1157"/>
            <p14:sldId id="1159"/>
            <p14:sldId id="1171"/>
            <p14:sldId id="1163"/>
            <p14:sldId id="1165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0" d="100"/>
          <a:sy n="70" d="100"/>
        </p:scale>
        <p:origin x="1258" y="2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penai.com/wrapping-up-cnn-models-shifting-focus-to-attention-based-architectures-5029b87034d9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E42BE31-403C-4B0E-14B7-69DBAD7B94FB}"/>
              </a:ext>
            </a:extLst>
          </p:cNvPr>
          <p:cNvGraphicFramePr>
            <a:graphicFrameLocks noGrp="1"/>
          </p:cNvGraphicFramePr>
          <p:nvPr/>
        </p:nvGraphicFramePr>
        <p:xfrm>
          <a:off x="8218028" y="3570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820" y="6070402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284739" y="35396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1267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956145"/>
              </p:ext>
            </p:extLst>
          </p:nvPr>
        </p:nvGraphicFramePr>
        <p:xfrm>
          <a:off x="1260510" y="317436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776782"/>
              </p:ext>
            </p:extLst>
          </p:nvPr>
        </p:nvGraphicFramePr>
        <p:xfrm>
          <a:off x="1260510" y="417252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343439"/>
              </p:ext>
            </p:extLst>
          </p:nvPr>
        </p:nvGraphicFramePr>
        <p:xfrm>
          <a:off x="1260510" y="51574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617636"/>
              </p:ext>
            </p:extLst>
          </p:nvPr>
        </p:nvGraphicFramePr>
        <p:xfrm>
          <a:off x="3865982" y="327582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6488780"/>
              </p:ext>
            </p:extLst>
          </p:nvPr>
        </p:nvGraphicFramePr>
        <p:xfrm>
          <a:off x="5444349" y="41313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172536"/>
              </p:ext>
            </p:extLst>
          </p:nvPr>
        </p:nvGraphicFramePr>
        <p:xfrm>
          <a:off x="5596749" y="42837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147610"/>
              </p:ext>
            </p:extLst>
          </p:nvPr>
        </p:nvGraphicFramePr>
        <p:xfrm>
          <a:off x="5749149" y="44361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95325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10841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959078"/>
              </p:ext>
            </p:extLst>
          </p:nvPr>
        </p:nvGraphicFramePr>
        <p:xfrm>
          <a:off x="3865982" y="450708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762369"/>
              </p:ext>
            </p:extLst>
          </p:nvPr>
        </p:nvGraphicFramePr>
        <p:xfrm>
          <a:off x="3865982" y="561452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147060" y="626300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57214" y="2860694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46420" y="2860694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2049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8027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3573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5097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9551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1075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5081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6605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8129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0960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2484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4008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7298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8822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0346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1789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7700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4839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0742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7033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383556"/>
              </p:ext>
            </p:extLst>
          </p:nvPr>
        </p:nvGraphicFramePr>
        <p:xfrm>
          <a:off x="9132428" y="3980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319835"/>
              </p:ext>
            </p:extLst>
          </p:nvPr>
        </p:nvGraphicFramePr>
        <p:xfrm>
          <a:off x="9284828" y="41328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417559"/>
              </p:ext>
            </p:extLst>
          </p:nvPr>
        </p:nvGraphicFramePr>
        <p:xfrm>
          <a:off x="9437228" y="42852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397921"/>
              </p:ext>
            </p:extLst>
          </p:nvPr>
        </p:nvGraphicFramePr>
        <p:xfrm>
          <a:off x="9589628" y="44376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348841"/>
              </p:ext>
            </p:extLst>
          </p:nvPr>
        </p:nvGraphicFramePr>
        <p:xfrm>
          <a:off x="9742028" y="45900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466721"/>
              </p:ext>
            </p:extLst>
          </p:nvPr>
        </p:nvGraphicFramePr>
        <p:xfrm>
          <a:off x="9894428" y="4742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394919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45321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4435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48045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2921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42241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40618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453991"/>
            <a:ext cx="861234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2860694"/>
            <a:ext cx="4238974" cy="371008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2860694"/>
            <a:ext cx="4238974" cy="3702283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8030"/>
              <a:gd name="adj6" fmla="val -34067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94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아키텍처를 바탕으로 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＇공간(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특징＇과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＇채널(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특징＇을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＂공간 연산(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번＂으로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분해하는 구조를 도출한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실제 데이터가 가장 매끄럽게 흐르고 수렴하는 최적의 레이어 조합과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9109" y="3230229"/>
            <a:ext cx="3471797" cy="31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899" y="4005877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48422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2124075" y="5895975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898C-E398-E48B-4590-48BE901A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48422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5617157" y="5542902"/>
            <a:ext cx="352425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이용한 것인데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ko-KR" altLang="en-US" sz="1200" i="0" dirty="0">
              <a:solidFill>
                <a:srgbClr val="555555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수학적으로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689717"/>
            <a:ext cx="291439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D64AC-894D-22C6-B244-C5462050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6386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본질을 보면,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두 가지를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빠지기 쉬웠습니다.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두 개념을 수학적으로 완전히 분리하여 경사 하강법에게 "공간 특징 먼저 공부하고,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그다음에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특징 공부해!" 하고 친절하게 문제를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쪼개주었기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때문에, 모델이 노이즈에 휘둘리지 않고 진짜 중요한 핵심 패턴만 아주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619E2-3E93-B6C2-B82F-210F5928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/>
        </p:nvGraphicFramePr>
        <p:xfrm>
          <a:off x="1156454" y="327152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C03BD-4073-666F-1FD2-0EC9C778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602734" y="1712000"/>
            <a:ext cx="1129133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거대해질 때 발생하는 병목 현상을 해결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방안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D77AD-7FC3-8CBE-162E-758690B8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235B09-88CE-6731-EC9F-280F72A6AF4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CNN Timeline(1989~2018)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0C81D3-AB86-DDE1-5881-481B88031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03" y="1779213"/>
            <a:ext cx="8702198" cy="34108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1318103" y="5591175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9508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32C86-CB21-98C8-A597-0AA01E374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C040-F973-5507-87E9-4F528EE6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42D829-F996-429B-1C83-5C990E8AD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AC96576-3F34-8E16-3D18-ED2DFB748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515" y="2486025"/>
            <a:ext cx="11716970" cy="261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02373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10359</TotalTime>
  <Words>2351</Words>
  <Application>Microsoft Office PowerPoint</Application>
  <PresentationFormat>와이드스크린</PresentationFormat>
  <Paragraphs>247</Paragraphs>
  <Slides>33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D2Coding</vt:lpstr>
      <vt:lpstr>맑은 고딕</vt:lpstr>
      <vt:lpstr>바탕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171</cp:revision>
  <dcterms:created xsi:type="dcterms:W3CDTF">2026-04-06T01:00:39Z</dcterms:created>
  <dcterms:modified xsi:type="dcterms:W3CDTF">2026-08-07T06:46:37Z</dcterms:modified>
  <cp:version/>
</cp:coreProperties>
</file>