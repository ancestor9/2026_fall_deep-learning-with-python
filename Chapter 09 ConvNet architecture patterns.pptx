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  <p:sldId id="1142" r:id="rId9"/>
    <p:sldId id="1122" r:id="rId10"/>
    <p:sldId id="1150" r:id="rId11"/>
    <p:sldId id="1137" r:id="rId12"/>
    <p:sldId id="1156" r:id="rId13"/>
    <p:sldId id="1144" r:id="rId14"/>
    <p:sldId id="1143" r:id="rId15"/>
    <p:sldId id="1145" r:id="rId16"/>
    <p:sldId id="1146" r:id="rId17"/>
    <p:sldId id="1149" r:id="rId18"/>
    <p:sldId id="1153" r:id="rId19"/>
    <p:sldId id="1154" r:id="rId20"/>
    <p:sldId id="1155" r:id="rId21"/>
    <p:sldId id="1147" r:id="rId22"/>
    <p:sldId id="1152" r:id="rId23"/>
    <p:sldId id="1148" r:id="rId24"/>
    <p:sldId id="1157" r:id="rId25"/>
    <p:sldId id="1159" r:id="rId26"/>
    <p:sldId id="1160" r:id="rId27"/>
    <p:sldId id="1163" r:id="rId28"/>
    <p:sldId id="1162" r:id="rId29"/>
    <p:sldId id="1164" r:id="rId30"/>
    <p:sldId id="1161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  <p14:sldId id="1142"/>
            <p14:sldId id="1122"/>
            <p14:sldId id="1150"/>
            <p14:sldId id="1137"/>
            <p14:sldId id="1156"/>
            <p14:sldId id="1144"/>
            <p14:sldId id="1143"/>
            <p14:sldId id="1145"/>
            <p14:sldId id="1146"/>
            <p14:sldId id="1149"/>
            <p14:sldId id="1153"/>
            <p14:sldId id="1154"/>
            <p14:sldId id="1155"/>
            <p14:sldId id="1147"/>
            <p14:sldId id="1152"/>
            <p14:sldId id="1148"/>
            <p14:sldId id="1157"/>
            <p14:sldId id="1159"/>
            <p14:sldId id="1160"/>
            <p14:sldId id="1163"/>
            <p14:sldId id="1162"/>
            <p14:sldId id="1164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780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penai.com/wrapping-up-cnn-models-shifting-focus-to-attention-based-architectures-5029b87034d9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CE523-1273-A3ED-F16D-AFE20487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570895" y="1995781"/>
            <a:ext cx="1083053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필수적인 모델 아키텍처 패턴인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CA96D9-6138-3341-1F4E-8A2AF6811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84444-B7E6-9F6A-3923-CEDB4AB30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2D902-13EC-253F-C38E-AAFA4BFC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0753725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652" y="3636560"/>
            <a:ext cx="3039555" cy="27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0D492-AB91-F514-FC7B-5099AFE1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36EEB-0ACE-41A5-C52F-8840FBD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8B3800-8CF8-424B-AD44-D1B711A2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C4342E-BBD6-2A4A-B125-B538065012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7E0B1-DCC9-FB11-9199-CDC17CAA60C7}"/>
              </a:ext>
            </a:extLst>
          </p:cNvPr>
          <p:cNvSpPr txBox="1"/>
          <p:nvPr/>
        </p:nvSpPr>
        <p:spPr>
          <a:xfrm>
            <a:off x="591164" y="1267861"/>
            <a:ext cx="6314461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평균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(Mean)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빼서 데이터를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중심으로 정렬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나누어 단위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갖도록 만드는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사실상 이 방식은 데이터가 정규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분포를 따른다고 가정하며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분포가 반드시 중심에 위치하고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variance)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갖도록 크기가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표면이 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학습 속도가 획기적으로 빨라지고 안정적으로 수렴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C717406-3F84-6988-70F3-EBBA401C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1519" y="1481723"/>
            <a:ext cx="4103591" cy="366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139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B8B4C-D924-1D5F-089B-0BA0D28B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C1A1C9-A992-4105-8264-D9C24D02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E8E6DE-FFD7-DA4B-84C1-AAA68AB4BF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06E57-2E5A-479F-6AA9-18A2F463F47C}"/>
              </a:ext>
            </a:extLst>
          </p:cNvPr>
          <p:cNvSpPr txBox="1"/>
          <p:nvPr/>
        </p:nvSpPr>
        <p:spPr>
          <a:xfrm>
            <a:off x="542924" y="1318736"/>
            <a:ext cx="11115675" cy="152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현대 딥러닝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입력할 때만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레이어와 레이어 사이를 통과할 때마다 실시간으로 데이터를 계속 정규화해 버리자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아이디어가 그것이 바로 레이어 중간중간 약초를 뿌리듯 들어있는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정체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엄밀한 수학적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과학이라기보다는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경험적 엔지니어링 우수 사례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(Best Practice)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들의 집합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DF88CC-FDEE-7243-36FC-F51CD011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297" y="5644039"/>
            <a:ext cx="2575101" cy="4922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3197D2-A0D6-5102-CF24-F92DAA92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297" y="3423614"/>
            <a:ext cx="2296297" cy="203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26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BE7084-4D72-978F-1456-0C107B4B61A3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2C93DE-2138-BBA0-EDA6-9A8887A1D37A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02C4F-5E7D-5990-0DE1-785685602C2B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23F105-563D-ECCC-BFD8-8E493E131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295E6B-4A9E-55C8-95B8-E001CCC1BD59}"/>
              </a:ext>
            </a:extLst>
          </p:cNvPr>
          <p:cNvSpPr txBox="1"/>
          <p:nvPr/>
        </p:nvSpPr>
        <p:spPr>
          <a:xfrm>
            <a:off x="616189" y="1305493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A880B5-3C7A-D2B5-74AD-A84E2A85E10A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DC2D0-CBD6-BCB8-A9ED-1579B61E2B31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E1F99-FEBF-6375-85B3-269957A2C257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22D93A-EC57-151F-FCAE-BFC27A1507EA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EB34C7-E6AC-CC92-11A3-108664DAE38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1EF0046-010E-B942-EB13-FDF3823A3CDA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D610CC-4157-54C9-6912-801D11D03AEF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A0DCDD-704A-B4C9-3124-8EA6CC74D991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3522F4-73D3-3982-293B-B7065C04EF9F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9482D3-DEAC-9030-C4CB-3A6D411EACF2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EFA9BAE-87F1-6A0B-66C8-7BD198CD6402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2FD7490-A807-6A3A-6E35-B823F3D46F2F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0F1760-0325-25D9-F08F-42A0E72EA1C2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B1D83-1758-6891-22AF-7799C78D836D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028659-3778-0C5D-0B6E-E89CC91A0285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839C82D-E58E-82FE-652D-BBB6A22F4C6D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DF5D7934-C138-266B-6EEB-7030DCF6229F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E98D962-ADA5-99BA-2F8B-7793D84B547B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28356FE2-0060-EB9C-941B-FAD665D5E48E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C1B6D1-2E73-5219-1E77-CEA5A1F5F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0B4B36B6-EB48-949A-9356-2A96FE8F36AF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7F1E6337-A264-B8D7-7690-DF253554F057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37A1218-ABDE-4068-3F51-F6F95D08EEA1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4690D3B-B7A9-9622-5958-64850429C0E4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F834A-EF1A-5876-81E9-FF7A9A30D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Weights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bias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딱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하고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계산만 하게 됨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blipFill>
                <a:blip r:embed="rId2"/>
                <a:stretch>
                  <a:fillRect l="-445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190625" y="2810984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22" y="2810984"/>
            <a:ext cx="1767993" cy="20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949B9C-E0C2-5E0F-73E2-3E2EEB3F2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수학적으로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689717"/>
            <a:ext cx="291439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D64AC-894D-22C6-B244-C5462050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6386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본질을 보면,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두 가지를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빠지기 쉬웠습니다.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두 개념을 수학적으로 완전히 분리하여 경사 하강법에게 "공간 특징 먼저 공부하고,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그다음에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특징 공부해!" 하고 친절하게 문제를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쪼개주었기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때문에, 모델이 노이즈에 휘둘리지 않고 진짜 중요한 핵심 패턴만 아주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619E2-3E93-B6C2-B82F-210F5928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/>
        </p:nvGraphicFramePr>
        <p:xfrm>
          <a:off x="1156454" y="327152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C03BD-4073-666F-1FD2-0EC9C778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602734" y="1712000"/>
            <a:ext cx="1129133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거대해질 때 발생하는 병목 현상을 해결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방안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847E-6DC1-E2D2-9237-DF1BE0460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7CF094-3BEF-AF39-D213-632B722DC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A4238B-871A-6912-2A83-C1F28929F18F}"/>
              </a:ext>
            </a:extLst>
          </p:cNvPr>
          <p:cNvSpPr txBox="1">
            <a:spLocks/>
          </p:cNvSpPr>
          <p:nvPr/>
        </p:nvSpPr>
        <p:spPr>
          <a:xfrm>
            <a:off x="537021" y="1624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Appendix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7C5F53-1B4C-A506-DE8B-159805CADC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618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D77AD-7FC3-8CBE-162E-758690B8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235B09-88CE-6731-EC9F-280F72A6AF4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CNN Timeline(1989~2018)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0C81D3-AB86-DDE1-5881-481B88031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03" y="1779213"/>
            <a:ext cx="8702198" cy="34108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1318103" y="5591175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95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48422"/>
            <a:ext cx="1113533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2124075" y="5895975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75483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898C-E398-E48B-4590-48BE901A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48422"/>
            <a:ext cx="1113533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sz="16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sz="16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sz="16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5617157" y="5542902"/>
            <a:ext cx="352425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이용한 것인데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ko-KR" altLang="en-US" sz="1200" i="0" dirty="0">
              <a:solidFill>
                <a:srgbClr val="555555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3677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C040-F973-5507-87E9-4F528EE6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42D829-F996-429B-1C83-5C990E8AD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AC96576-3F34-8E16-3D18-ED2DFB748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6F45161-5994-7598-BD5E-4F307A3EB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3856260"/>
            <a:ext cx="5168945" cy="276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014" y="1400175"/>
            <a:ext cx="11716970" cy="261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02373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10104</TotalTime>
  <Words>2248</Words>
  <Application>Microsoft Office PowerPoint</Application>
  <PresentationFormat>와이드스크린</PresentationFormat>
  <Paragraphs>202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8" baseType="lpstr">
      <vt:lpstr>D2Coding</vt:lpstr>
      <vt:lpstr>맑은 고딕</vt:lpstr>
      <vt:lpstr>Batang</vt:lpstr>
      <vt:lpstr>Arial</vt:lpstr>
      <vt:lpstr>Cambria Math</vt:lpstr>
      <vt:lpstr>Cascadia Code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164</cp:revision>
  <dcterms:created xsi:type="dcterms:W3CDTF">2026-04-06T01:00:39Z</dcterms:created>
  <dcterms:modified xsi:type="dcterms:W3CDTF">2026-07-10T10:17:26Z</dcterms:modified>
  <cp:version/>
</cp:coreProperties>
</file>