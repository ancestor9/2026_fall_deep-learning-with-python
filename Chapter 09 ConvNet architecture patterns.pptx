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  <p:sldId id="1142" r:id="rId9"/>
    <p:sldId id="1122" r:id="rId10"/>
    <p:sldId id="1150" r:id="rId11"/>
    <p:sldId id="1144" r:id="rId12"/>
    <p:sldId id="1143" r:id="rId13"/>
    <p:sldId id="1145" r:id="rId14"/>
    <p:sldId id="1146" r:id="rId15"/>
    <p:sldId id="1149" r:id="rId16"/>
    <p:sldId id="1151" r:id="rId17"/>
    <p:sldId id="1147" r:id="rId18"/>
    <p:sldId id="1148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  <p14:sldId id="1142"/>
            <p14:sldId id="1122"/>
            <p14:sldId id="1150"/>
            <p14:sldId id="1144"/>
            <p14:sldId id="1143"/>
            <p14:sldId id="1145"/>
            <p14:sldId id="1146"/>
            <p14:sldId id="1149"/>
            <p14:sldId id="1151"/>
            <p14:sldId id="1147"/>
            <p14:sldId id="11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ussian37.github.io/dl-concept-batchnorm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CE523-1273-A3ED-F16D-AFE20487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570895" y="1995781"/>
            <a:ext cx="1083053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필수적인 모델 아키텍처 패턴인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CA96D9-6138-3341-1F4E-8A2AF6811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2D902-13EC-253F-C38E-AAFA4BFC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0753725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652" y="3636560"/>
            <a:ext cx="3039555" cy="27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0D492-AB91-F514-FC7B-5099AFE1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36EEB-0ACE-41A5-C52F-8840FBD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8B3800-8CF8-424B-AD44-D1B711A2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C4342E-BBD6-2A4A-B125-B538065012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7E0B1-DCC9-FB11-9199-CDC17CAA60C7}"/>
              </a:ext>
            </a:extLst>
          </p:cNvPr>
          <p:cNvSpPr txBox="1"/>
          <p:nvPr/>
        </p:nvSpPr>
        <p:spPr>
          <a:xfrm>
            <a:off x="591164" y="1267861"/>
            <a:ext cx="6314461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평균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(Mean)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빼서 데이터를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중심으로 정렬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나누어 단위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갖도록 만드는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사실상 이 방식은 데이터가 정규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분포를 따른다고 가정하며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분포가 반드시 중심에 위치하고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variance)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갖도록 크기가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표면이 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학습 속도가 획기적으로 빨라지고 안정적으로 수렴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C717406-3F84-6988-70F3-EBBA401C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1519" y="1481723"/>
            <a:ext cx="4103591" cy="366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139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B8B4C-D924-1D5F-089B-0BA0D28B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C1A1C9-A992-4105-8264-D9C24D02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E8E6DE-FFD7-DA4B-84C1-AAA68AB4BF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06E57-2E5A-479F-6AA9-18A2F463F47C}"/>
              </a:ext>
            </a:extLst>
          </p:cNvPr>
          <p:cNvSpPr txBox="1"/>
          <p:nvPr/>
        </p:nvSpPr>
        <p:spPr>
          <a:xfrm>
            <a:off x="542924" y="1318736"/>
            <a:ext cx="11115675" cy="152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현대 딥러닝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입력할 때만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레이어와 레이어 사이를 통과할 때마다 실시간으로 데이터를 계속 정규화해 버리자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아이디어가 그것이 바로 레이어 중간중간 약초를 뿌리듯 들어있는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정체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엄밀한 수학적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과학이라기보다는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경험적 엔지니어링 우수 사례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(Best Practice)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들의 집합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DF88CC-FDEE-7243-36FC-F51CD011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297" y="5644039"/>
            <a:ext cx="2575101" cy="4922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3197D2-A0D6-5102-CF24-F92DAA92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297" y="3423614"/>
            <a:ext cx="2296297" cy="203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26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81A6E-F3D9-0CA5-1602-50221DA0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6C1BEE-46C2-54C1-E656-F129B58E6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57F1-E574-EEB2-2377-44DC748DA3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pic>
        <p:nvPicPr>
          <p:cNvPr id="14338" name="Picture 2" descr="Drawing">
            <a:extLst>
              <a:ext uri="{FF2B5EF4-FFF2-40B4-BE49-F238E27FC236}">
                <a16:creationId xmlns:a16="http://schemas.microsoft.com/office/drawing/2014/main" id="{8D8575B6-736D-2ABB-7488-D24EEFD39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032" y="1955622"/>
            <a:ext cx="7801494" cy="3536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6A46A3-5CED-07FC-3CB3-A5C2EFA1CBBA}"/>
              </a:ext>
            </a:extLst>
          </p:cNvPr>
          <p:cNvSpPr txBox="1"/>
          <p:nvPr/>
        </p:nvSpPr>
        <p:spPr>
          <a:xfrm>
            <a:off x="1733032" y="566692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https://gaussian37.github.io/dl-concept-batchnorm/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83431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41E33B-1B2B-00D4-4558-64B29AAEEC12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9924</TotalTime>
  <Words>1302</Words>
  <Application>Microsoft Office PowerPoint</Application>
  <PresentationFormat>와이드스크린</PresentationFormat>
  <Paragraphs>93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D2Coding</vt:lpstr>
      <vt:lpstr>맑은 고딕</vt:lpstr>
      <vt:lpstr>바탕</vt:lpstr>
      <vt:lpstr>Arial</vt:lpstr>
      <vt:lpstr>Cascadia Code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159</cp:revision>
  <dcterms:created xsi:type="dcterms:W3CDTF">2026-04-06T01:00:39Z</dcterms:created>
  <dcterms:modified xsi:type="dcterms:W3CDTF">2026-07-08T22:33:01Z</dcterms:modified>
  <cp:version/>
</cp:coreProperties>
</file>