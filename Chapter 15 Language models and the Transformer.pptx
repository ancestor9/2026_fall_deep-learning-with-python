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42" r:id="rId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4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blipFill>
                <a:blip r:embed="rId2"/>
                <a:stretch>
                  <a:fillRect l="-327" b="-19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852D9-25F4-F489-3C73-BA5F2FA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5D8A6-E311-F7B2-FBC3-345E5DF5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4900" y="5180373"/>
            <a:ext cx="4736007" cy="7918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383E-015B-E384-AEF8-EBFAEB2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567DB-74A6-D14D-D129-5F0E2F7A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6C02C9-228B-073A-9809-9BD3C964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836A54C-8D4D-2FC5-AC63-FAA7BB071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0663" y="1718919"/>
            <a:ext cx="6943725" cy="4317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7343</TotalTime>
  <Words>705</Words>
  <Application>Microsoft Office PowerPoint</Application>
  <PresentationFormat>와이드스크린</PresentationFormat>
  <Paragraphs>66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D2Coding</vt:lpstr>
      <vt:lpstr>맑은 고딕</vt:lpstr>
      <vt:lpstr>바탕</vt:lpstr>
      <vt:lpstr>Arial</vt:lpstr>
      <vt:lpstr>Cambria Math</vt:lpstr>
      <vt:lpstr>Lora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123</cp:revision>
  <dcterms:created xsi:type="dcterms:W3CDTF">2026-04-06T01:00:39Z</dcterms:created>
  <dcterms:modified xsi:type="dcterms:W3CDTF">2026-07-01T14:49:04Z</dcterms:modified>
  <cp:version/>
</cp:coreProperties>
</file>