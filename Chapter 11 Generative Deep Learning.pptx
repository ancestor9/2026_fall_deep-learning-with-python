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1168" r:id="rId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6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>
        <p:scale>
          <a:sx n="75" d="100"/>
          <a:sy n="75" d="100"/>
        </p:scale>
        <p:origin x="106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Generative-Deep-Learning/blob/main/Chapter%2001%20Generative%20Deep%20Learning.pptx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Generative-Deep-Learning/blob/main/Chapter%2004%20Generative%20Adversarial%20Networks.pptx" TargetMode="External"/><Relationship Id="rId4" Type="http://schemas.openxmlformats.org/officeDocument/2006/relationships/hyperlink" Target="https://github.com/ancestor9/2026_Fall_Generative-Deep-Learning/blob/main/Chapter%2003%20Variational%20Autoencoders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Generative 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40CAB-44CB-54E9-0E69-3359E082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062419E-D00F-CD1E-E6AD-83F7EFABA4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Goals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0F68CD-8313-0128-3904-CC1DBEA04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480" y="2093064"/>
            <a:ext cx="2861149" cy="3791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A9AF8-E42B-2AB5-18F1-C3861DA0F443}"/>
              </a:ext>
            </a:extLst>
          </p:cNvPr>
          <p:cNvSpPr txBox="1"/>
          <p:nvPr/>
        </p:nvSpPr>
        <p:spPr>
          <a:xfrm>
            <a:off x="660400" y="1981200"/>
            <a:ext cx="5570756" cy="185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Chapter 01 Generative Deep Learning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Chapter 03 Variational Autoencoders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Chapter 04 Generative Adversarial Networks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5445255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9309</TotalTime>
  <Words>22</Words>
  <Application>Microsoft Office PowerPoint</Application>
  <PresentationFormat>와이드스크린</PresentationFormat>
  <Paragraphs>8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D2Coding</vt:lpstr>
      <vt:lpstr>맑은 고딕</vt:lpstr>
      <vt:lpstr>Batang</vt:lpstr>
      <vt:lpstr>Arial</vt:lpstr>
      <vt:lpstr>WelcomeDoc</vt:lpstr>
      <vt:lpstr>Generative Deep Learning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143</cp:revision>
  <dcterms:created xsi:type="dcterms:W3CDTF">2026-04-06T01:00:39Z</dcterms:created>
  <dcterms:modified xsi:type="dcterms:W3CDTF">2026-09-18T23:23:41Z</dcterms:modified>
  <cp:version/>
</cp:coreProperties>
</file>