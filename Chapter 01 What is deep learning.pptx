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148" r:id="rId13"/>
    <p:sldId id="1151" r:id="rId14"/>
    <p:sldId id="1199" r:id="rId15"/>
    <p:sldId id="1172" r:id="rId16"/>
    <p:sldId id="1177" r:id="rId17"/>
    <p:sldId id="1178" r:id="rId18"/>
    <p:sldId id="1152" r:id="rId19"/>
    <p:sldId id="1153" r:id="rId20"/>
    <p:sldId id="1154" r:id="rId21"/>
    <p:sldId id="1155" r:id="rId22"/>
    <p:sldId id="1156" r:id="rId23"/>
    <p:sldId id="1157" r:id="rId24"/>
    <p:sldId id="886" r:id="rId25"/>
    <p:sldId id="968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148"/>
            <p14:sldId id="1151"/>
            <p14:sldId id="1199"/>
            <p14:sldId id="1172"/>
            <p14:sldId id="1177"/>
            <p14:sldId id="1178"/>
            <p14:sldId id="1152"/>
            <p14:sldId id="1153"/>
            <p14:sldId id="1154"/>
            <p14:sldId id="1155"/>
            <p14:sldId id="1156"/>
            <p14:sldId id="1157"/>
            <p14:sldId id="886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0&amp;ixid=M3wxMjA3fDB8MHxzZWFyY2h8MXx8aHVtYW4lMjBuZXVyb258ZW58MHx8MHx8fDA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jpeg"/><Relationship Id="rId4" Type="http://schemas.openxmlformats.org/officeDocument/2006/relationships/image" Target="../media/image36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8071</TotalTime>
  <Words>1038</Words>
  <Application>Microsoft Office PowerPoint</Application>
  <PresentationFormat>와이드스크린</PresentationFormat>
  <Paragraphs>157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5" baseType="lpstr">
      <vt:lpstr>D2Coding</vt:lpstr>
      <vt:lpstr>맑은 고딕</vt:lpstr>
      <vt:lpstr>맑은 고딕 Semilight</vt:lpstr>
      <vt:lpstr>바탕</vt:lpstr>
      <vt:lpstr>ADLaM Display</vt:lpstr>
      <vt:lpstr>Arial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137</cp:revision>
  <dcterms:created xsi:type="dcterms:W3CDTF">2026-04-06T01:00:39Z</dcterms:created>
  <dcterms:modified xsi:type="dcterms:W3CDTF">2026-08-03T01:26:21Z</dcterms:modified>
  <cp:version/>
</cp:coreProperties>
</file>