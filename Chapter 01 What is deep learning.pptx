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1135" r:id="rId3"/>
    <p:sldId id="1144" r:id="rId4"/>
    <p:sldId id="1145" r:id="rId5"/>
    <p:sldId id="1146" r:id="rId6"/>
    <p:sldId id="1147" r:id="rId7"/>
    <p:sldId id="1148" r:id="rId8"/>
    <p:sldId id="1151" r:id="rId9"/>
    <p:sldId id="1152" r:id="rId10"/>
    <p:sldId id="1153" r:id="rId11"/>
    <p:sldId id="1154" r:id="rId12"/>
    <p:sldId id="1155" r:id="rId13"/>
    <p:sldId id="1156" r:id="rId14"/>
    <p:sldId id="1157" r:id="rId15"/>
    <p:sldId id="886" r:id="rId16"/>
    <p:sldId id="968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45"/>
            <p14:sldId id="1146"/>
            <p14:sldId id="1147"/>
            <p14:sldId id="1148"/>
            <p14:sldId id="1151"/>
            <p14:sldId id="1152"/>
            <p14:sldId id="1153"/>
            <p14:sldId id="1154"/>
            <p14:sldId id="1155"/>
            <p14:sldId id="1156"/>
            <p14:sldId id="1157"/>
            <p14:sldId id="886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jpeg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68005" y="2332321"/>
            <a:ext cx="11233469" cy="219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CD214-EF6F-1484-BA2C-3B9CF31EF557}"/>
              </a:ext>
            </a:extLst>
          </p:cNvPr>
          <p:cNvSpPr txBox="1"/>
          <p:nvPr/>
        </p:nvSpPr>
        <p:spPr>
          <a:xfrm>
            <a:off x="591667" y="3405093"/>
            <a:ext cx="9774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ko-KR" altLang="en-US" sz="1400" dirty="0">
              <a:solidFill>
                <a:schemeClr val="accent5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169460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제출하기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코드 및 개념 익히기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loss function</a:t>
            </a:r>
          </a:p>
        </p:txBody>
      </p:sp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8067</TotalTime>
  <Words>874</Words>
  <Application>Microsoft Office PowerPoint</Application>
  <PresentationFormat>와이드스크린</PresentationFormat>
  <Paragraphs>114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D2Coding</vt:lpstr>
      <vt:lpstr>맑은 고딕</vt:lpstr>
      <vt:lpstr>맑은 고딕 Semilight</vt:lpstr>
      <vt:lpstr>바탕</vt:lpstr>
      <vt:lpstr>ADLaM Display</vt:lpstr>
      <vt:lpstr>Arial</vt:lpstr>
      <vt:lpstr>Lora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136</cp:revision>
  <dcterms:created xsi:type="dcterms:W3CDTF">2026-04-06T01:00:39Z</dcterms:created>
  <dcterms:modified xsi:type="dcterms:W3CDTF">2026-08-03T01:20:51Z</dcterms:modified>
  <cp:version/>
</cp:coreProperties>
</file>