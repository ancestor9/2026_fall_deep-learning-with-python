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6" r:id="rId2"/>
    <p:sldId id="1168" r:id="rId3"/>
    <p:sldId id="1169" r:id="rId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6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Generative-Deep-Learning/blob/main/Chapter%2001%20Generative%20Deep%20Learning.ppt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Generative-Deep-Learning/blob/main/Chapter%2004%20Generative%20Adversarial%20Networks.pptx" TargetMode="External"/><Relationship Id="rId4" Type="http://schemas.openxmlformats.org/officeDocument/2006/relationships/hyperlink" Target="https://github.com/ancestor9/2026_Fall_Generative-Deep-Learning/blob/main/Chapter%2003%20Variational%20Autoencoders.ppt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Generative 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68CD-8313-0128-3904-CC1DBEA04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6480" y="2093064"/>
            <a:ext cx="2861149" cy="37913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3A9AF8-E42B-2AB5-18F1-C3861DA0F443}"/>
              </a:ext>
            </a:extLst>
          </p:cNvPr>
          <p:cNvSpPr txBox="1"/>
          <p:nvPr/>
        </p:nvSpPr>
        <p:spPr>
          <a:xfrm>
            <a:off x="601276" y="1788850"/>
            <a:ext cx="5570756" cy="185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Chapter 01 Generative Deep Learning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Chapter 03 Variational Autoencoders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Chapter 04 Generative Adversarial Networks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97F8C-CE85-CE8E-5C47-2CD654831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BB9FD80-8815-B1DE-256D-4FE272770C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FE97CC7-95F7-7476-C50C-61C11EBB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26" y="1802669"/>
            <a:ext cx="5532553" cy="342411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1911950-891B-7F2F-B254-7B38EB430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510" y="4209473"/>
            <a:ext cx="4218240" cy="23223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DB9A87-CAC6-1403-7A6A-24E95A02B319}"/>
              </a:ext>
            </a:extLst>
          </p:cNvPr>
          <p:cNvSpPr txBox="1"/>
          <p:nvPr/>
        </p:nvSpPr>
        <p:spPr>
          <a:xfrm>
            <a:off x="475645" y="1298017"/>
            <a:ext cx="5840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chapter 16, 17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 대체</a:t>
            </a:r>
          </a:p>
        </p:txBody>
      </p:sp>
    </p:spTree>
    <p:extLst>
      <p:ext uri="{BB962C8B-B14F-4D97-AF65-F5344CB8AC3E}">
        <p14:creationId xmlns:p14="http://schemas.microsoft.com/office/powerpoint/2010/main" val="64752672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9309</TotalTime>
  <Words>34</Words>
  <Application>Microsoft Office PowerPoint</Application>
  <PresentationFormat>와이드스크린</PresentationFormat>
  <Paragraphs>10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D2Coding</vt:lpstr>
      <vt:lpstr>맑은 고딕</vt:lpstr>
      <vt:lpstr>Batang</vt:lpstr>
      <vt:lpstr>Arial</vt:lpstr>
      <vt:lpstr>WelcomeDoc</vt:lpstr>
      <vt:lpstr>Generative Deep Learning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144</cp:revision>
  <dcterms:created xsi:type="dcterms:W3CDTF">2026-04-06T01:00:39Z</dcterms:created>
  <dcterms:modified xsi:type="dcterms:W3CDTF">2026-09-18T23:27:26Z</dcterms:modified>
  <cp:version/>
</cp:coreProperties>
</file>