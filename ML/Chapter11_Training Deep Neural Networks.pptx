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5"/>
  </p:notesMasterIdLst>
  <p:handoutMasterIdLst>
    <p:handoutMasterId r:id="rId6"/>
  </p:handoutMasterIdLst>
  <p:sldIdLst>
    <p:sldId id="256" r:id="rId2"/>
    <p:sldId id="1143" r:id="rId3"/>
    <p:sldId id="1137" r:id="rId4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1143"/>
            <p14:sldId id="1137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6E3FF"/>
    <a:srgbClr val="FF9B45"/>
    <a:srgbClr val="DD462F"/>
    <a:srgbClr val="D24726"/>
    <a:srgbClr val="404040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BDBED569-4797-4DF1-A0F4-6AAB3CD982D8}" styleName="밝은 스타일 3 - 강조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062" autoAdjust="0"/>
    <p:restoredTop sz="94297" autoAdjust="0"/>
  </p:normalViewPr>
  <p:slideViewPr>
    <p:cSldViewPr snapToGrid="0">
      <p:cViewPr varScale="1">
        <p:scale>
          <a:sx n="104" d="100"/>
          <a:sy n="104" d="100"/>
        </p:scale>
        <p:origin x="984" y="10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commentAuthors" Target="commentAuthor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handoutMaster" Target="handoutMasters/handoutMaster1.xml"/><Relationship Id="rId11" Type="http://schemas.openxmlformats.org/officeDocument/2006/relationships/tableStyles" Target="tableStyles.xml"/><Relationship Id="rId5" Type="http://schemas.openxmlformats.org/officeDocument/2006/relationships/notesMaster" Target="notesMasters/notesMaster1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2026-06-22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2026-06-22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2026-06-22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6/22/2026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2026-06-22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Relationship Id="rId9" Type="http://schemas.openxmlformats.org/officeDocument/2006/relationships/hyperlink" Target="https://www.youtube.com/watch?v=qhXZsFVxGKo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200" y="1164324"/>
            <a:ext cx="10515600" cy="2387600"/>
          </a:xfrm>
        </p:spPr>
        <p:txBody>
          <a:bodyPr rtlCol="0" anchor="ctr" anchorCtr="0">
            <a:normAutofit/>
          </a:bodyPr>
          <a:lstStyle/>
          <a:p>
            <a:pPr algn="r"/>
            <a:r>
              <a:rPr lang="en-US" altLang="ko-KR" sz="2400" dirty="0">
                <a:solidFill>
                  <a:schemeClr val="bg1"/>
                </a:solidFill>
              </a:rPr>
              <a:t>CHAPTER</a:t>
            </a:r>
            <a:r>
              <a:rPr lang="ko-KR" altLang="en-US" sz="2400" dirty="0">
                <a:solidFill>
                  <a:schemeClr val="bg1"/>
                </a:solidFill>
              </a:rPr>
              <a:t> </a:t>
            </a:r>
            <a:r>
              <a:rPr lang="en-US" altLang="ko-KR" sz="2400" dirty="0">
                <a:solidFill>
                  <a:schemeClr val="bg1"/>
                </a:solidFill>
              </a:rPr>
              <a:t>11</a:t>
            </a:r>
            <a:br>
              <a:rPr lang="en-US" altLang="ko-KR" sz="4800" dirty="0">
                <a:solidFill>
                  <a:schemeClr val="bg1"/>
                </a:solidFill>
              </a:rPr>
            </a:br>
            <a:r>
              <a:rPr lang="en-US" altLang="ko-KR" sz="4400" dirty="0">
                <a:solidFill>
                  <a:schemeClr val="bg1"/>
                </a:solidFill>
              </a:rPr>
              <a:t>Training Deep Neural Networks</a:t>
            </a:r>
            <a:endParaRPr lang="ko-KR" altLang="en-US" sz="4800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558F6-EE82-66CB-3075-4E6CAC5BE8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>
            <a:extLst>
              <a:ext uri="{FF2B5EF4-FFF2-40B4-BE49-F238E27FC236}">
                <a16:creationId xmlns:a16="http://schemas.microsoft.com/office/drawing/2014/main" id="{4452A32D-F5C8-A0EA-0B5B-F6A50572DA2C}"/>
              </a:ext>
            </a:extLst>
          </p:cNvPr>
          <p:cNvSpPr/>
          <p:nvPr/>
        </p:nvSpPr>
        <p:spPr>
          <a:xfrm>
            <a:off x="670590" y="2061254"/>
            <a:ext cx="7467600" cy="523195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E0A2965-E80D-28D3-12B2-386CBD8F8D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B5973A68-EAC2-99DE-06B4-19369B001A2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Contents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84EEF49-8000-D34C-7C84-1398D3215EF2}"/>
              </a:ext>
            </a:extLst>
          </p:cNvPr>
          <p:cNvSpPr txBox="1"/>
          <p:nvPr/>
        </p:nvSpPr>
        <p:spPr>
          <a:xfrm>
            <a:off x="1896858" y="1555154"/>
            <a:ext cx="9370698" cy="4966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lnSpc>
                <a:spcPct val="150000"/>
              </a:lnSpc>
              <a:buAutoNum type="arabicPeriod"/>
            </a:pPr>
            <a:r>
              <a:rPr lang="en-US" altLang="ko-KR" sz="2000" b="1" dirty="0">
                <a:latin typeface="Yu Gothic UI Semilight" panose="020B0400000000000000" pitchFamily="34" charset="-128"/>
                <a:ea typeface="Yu Gothic UI Semilight" panose="020B0400000000000000" pitchFamily="34" charset="-128"/>
                <a:cs typeface="맑은 고딕 Semilight" panose="020B0502040204020203" pitchFamily="50" charset="-127"/>
              </a:rPr>
              <a:t>Vanishing gradients Exploding gradients</a:t>
            </a:r>
          </a:p>
        </p:txBody>
      </p:sp>
    </p:spTree>
    <p:extLst>
      <p:ext uri="{BB962C8B-B14F-4D97-AF65-F5344CB8AC3E}">
        <p14:creationId xmlns:p14="http://schemas.microsoft.com/office/powerpoint/2010/main" val="36903349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815B67-A356-B4BE-0671-F08D8841A9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622ADFF-AC24-407D-CE1F-AB9F79C6E7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265A2223-219C-B79C-18CC-D450BC0B1BF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>
              <a:lnSpc>
                <a:spcPct val="150000"/>
              </a:lnSpc>
            </a:pPr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Vanishing/Exploding gradients</a:t>
            </a:r>
            <a:endParaRPr lang="en-US" altLang="ko-KR" sz="2800" cap="none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504AC0F-AE85-AC71-DEBC-1A5228575128}"/>
              </a:ext>
            </a:extLst>
          </p:cNvPr>
          <p:cNvSpPr txBox="1"/>
          <p:nvPr/>
        </p:nvSpPr>
        <p:spPr>
          <a:xfrm>
            <a:off x="616189" y="1305493"/>
            <a:ext cx="10952480" cy="465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입력변수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개 출력변수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7 Hidden layers (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단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Bias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와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Activation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은 없다고 가정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타원 1">
            <a:extLst>
              <a:ext uri="{FF2B5EF4-FFF2-40B4-BE49-F238E27FC236}">
                <a16:creationId xmlns:a16="http://schemas.microsoft.com/office/drawing/2014/main" id="{7DAB61AB-4902-0606-72CE-4A674F15B1F9}"/>
              </a:ext>
            </a:extLst>
          </p:cNvPr>
          <p:cNvSpPr/>
          <p:nvPr/>
        </p:nvSpPr>
        <p:spPr>
          <a:xfrm>
            <a:off x="1388693" y="2476690"/>
            <a:ext cx="434109" cy="434109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타원 5">
            <a:extLst>
              <a:ext uri="{FF2B5EF4-FFF2-40B4-BE49-F238E27FC236}">
                <a16:creationId xmlns:a16="http://schemas.microsoft.com/office/drawing/2014/main" id="{08F3ABDE-F74D-4FF4-BB44-5680ED6C7981}"/>
              </a:ext>
            </a:extLst>
          </p:cNvPr>
          <p:cNvSpPr/>
          <p:nvPr/>
        </p:nvSpPr>
        <p:spPr>
          <a:xfrm>
            <a:off x="1388693" y="3354144"/>
            <a:ext cx="434109" cy="434109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타원 8">
            <a:extLst>
              <a:ext uri="{FF2B5EF4-FFF2-40B4-BE49-F238E27FC236}">
                <a16:creationId xmlns:a16="http://schemas.microsoft.com/office/drawing/2014/main" id="{E96118A1-7A2C-D0B1-A360-813CBDE5D152}"/>
              </a:ext>
            </a:extLst>
          </p:cNvPr>
          <p:cNvSpPr/>
          <p:nvPr/>
        </p:nvSpPr>
        <p:spPr>
          <a:xfrm>
            <a:off x="2483205" y="2476690"/>
            <a:ext cx="434109" cy="43410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7FB534AC-8928-CBF1-72B6-6A3551A2BF88}"/>
              </a:ext>
            </a:extLst>
          </p:cNvPr>
          <p:cNvSpPr/>
          <p:nvPr/>
        </p:nvSpPr>
        <p:spPr>
          <a:xfrm>
            <a:off x="2483205" y="3354144"/>
            <a:ext cx="434109" cy="43410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타원 17">
            <a:extLst>
              <a:ext uri="{FF2B5EF4-FFF2-40B4-BE49-F238E27FC236}">
                <a16:creationId xmlns:a16="http://schemas.microsoft.com/office/drawing/2014/main" id="{0157134B-8DA5-9568-5D54-13899520EFC9}"/>
              </a:ext>
            </a:extLst>
          </p:cNvPr>
          <p:cNvSpPr/>
          <p:nvPr/>
        </p:nvSpPr>
        <p:spPr>
          <a:xfrm>
            <a:off x="3577717" y="2476690"/>
            <a:ext cx="434109" cy="43410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타원 19">
            <a:extLst>
              <a:ext uri="{FF2B5EF4-FFF2-40B4-BE49-F238E27FC236}">
                <a16:creationId xmlns:a16="http://schemas.microsoft.com/office/drawing/2014/main" id="{64CB94B7-0BB4-F721-11D5-AD9C3C04051A}"/>
              </a:ext>
            </a:extLst>
          </p:cNvPr>
          <p:cNvSpPr/>
          <p:nvPr/>
        </p:nvSpPr>
        <p:spPr>
          <a:xfrm>
            <a:off x="3577717" y="3354144"/>
            <a:ext cx="434109" cy="43410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13F0224B-95A9-158D-0871-3BE7D30A7EA2}"/>
              </a:ext>
            </a:extLst>
          </p:cNvPr>
          <p:cNvSpPr/>
          <p:nvPr/>
        </p:nvSpPr>
        <p:spPr>
          <a:xfrm>
            <a:off x="4672229" y="2476690"/>
            <a:ext cx="434109" cy="43410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타원 23">
            <a:extLst>
              <a:ext uri="{FF2B5EF4-FFF2-40B4-BE49-F238E27FC236}">
                <a16:creationId xmlns:a16="http://schemas.microsoft.com/office/drawing/2014/main" id="{15BD2F3D-21DA-FD7B-58B3-F7BFBDEDB25D}"/>
              </a:ext>
            </a:extLst>
          </p:cNvPr>
          <p:cNvSpPr/>
          <p:nvPr/>
        </p:nvSpPr>
        <p:spPr>
          <a:xfrm>
            <a:off x="4672229" y="3354144"/>
            <a:ext cx="434109" cy="43410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타원 25">
            <a:extLst>
              <a:ext uri="{FF2B5EF4-FFF2-40B4-BE49-F238E27FC236}">
                <a16:creationId xmlns:a16="http://schemas.microsoft.com/office/drawing/2014/main" id="{B4E5A1BA-9DCD-F67B-223B-F4B500AE8B41}"/>
              </a:ext>
            </a:extLst>
          </p:cNvPr>
          <p:cNvSpPr/>
          <p:nvPr/>
        </p:nvSpPr>
        <p:spPr>
          <a:xfrm>
            <a:off x="5766741" y="2476690"/>
            <a:ext cx="434109" cy="43410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타원 27">
            <a:extLst>
              <a:ext uri="{FF2B5EF4-FFF2-40B4-BE49-F238E27FC236}">
                <a16:creationId xmlns:a16="http://schemas.microsoft.com/office/drawing/2014/main" id="{752A1C47-C550-ED41-1F0E-5401E26AEFF3}"/>
              </a:ext>
            </a:extLst>
          </p:cNvPr>
          <p:cNvSpPr/>
          <p:nvPr/>
        </p:nvSpPr>
        <p:spPr>
          <a:xfrm>
            <a:off x="5766741" y="3354144"/>
            <a:ext cx="434109" cy="43410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타원 29">
            <a:extLst>
              <a:ext uri="{FF2B5EF4-FFF2-40B4-BE49-F238E27FC236}">
                <a16:creationId xmlns:a16="http://schemas.microsoft.com/office/drawing/2014/main" id="{094665F9-9B16-2537-909B-C5DB1035BC60}"/>
              </a:ext>
            </a:extLst>
          </p:cNvPr>
          <p:cNvSpPr/>
          <p:nvPr/>
        </p:nvSpPr>
        <p:spPr>
          <a:xfrm>
            <a:off x="6861253" y="2476690"/>
            <a:ext cx="434109" cy="43410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타원 31">
            <a:extLst>
              <a:ext uri="{FF2B5EF4-FFF2-40B4-BE49-F238E27FC236}">
                <a16:creationId xmlns:a16="http://schemas.microsoft.com/office/drawing/2014/main" id="{9DFC4854-4A2D-C0E3-D076-886EC9B55C91}"/>
              </a:ext>
            </a:extLst>
          </p:cNvPr>
          <p:cNvSpPr/>
          <p:nvPr/>
        </p:nvSpPr>
        <p:spPr>
          <a:xfrm>
            <a:off x="6861253" y="3354144"/>
            <a:ext cx="434109" cy="43410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타원 33">
            <a:extLst>
              <a:ext uri="{FF2B5EF4-FFF2-40B4-BE49-F238E27FC236}">
                <a16:creationId xmlns:a16="http://schemas.microsoft.com/office/drawing/2014/main" id="{ED5B56BF-7D85-31E9-A609-D1469E0E82D1}"/>
              </a:ext>
            </a:extLst>
          </p:cNvPr>
          <p:cNvSpPr/>
          <p:nvPr/>
        </p:nvSpPr>
        <p:spPr>
          <a:xfrm>
            <a:off x="7955765" y="2476690"/>
            <a:ext cx="434109" cy="43410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타원 35">
            <a:extLst>
              <a:ext uri="{FF2B5EF4-FFF2-40B4-BE49-F238E27FC236}">
                <a16:creationId xmlns:a16="http://schemas.microsoft.com/office/drawing/2014/main" id="{8C9DC191-BBF6-5C97-3737-0494AB07AA55}"/>
              </a:ext>
            </a:extLst>
          </p:cNvPr>
          <p:cNvSpPr/>
          <p:nvPr/>
        </p:nvSpPr>
        <p:spPr>
          <a:xfrm>
            <a:off x="7955765" y="3354144"/>
            <a:ext cx="434109" cy="43410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타원 37">
            <a:extLst>
              <a:ext uri="{FF2B5EF4-FFF2-40B4-BE49-F238E27FC236}">
                <a16:creationId xmlns:a16="http://schemas.microsoft.com/office/drawing/2014/main" id="{2DA94BDA-5C63-04A6-E841-AA3C504AC4D9}"/>
              </a:ext>
            </a:extLst>
          </p:cNvPr>
          <p:cNvSpPr/>
          <p:nvPr/>
        </p:nvSpPr>
        <p:spPr>
          <a:xfrm>
            <a:off x="9050277" y="2476690"/>
            <a:ext cx="434109" cy="43410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타원 39">
            <a:extLst>
              <a:ext uri="{FF2B5EF4-FFF2-40B4-BE49-F238E27FC236}">
                <a16:creationId xmlns:a16="http://schemas.microsoft.com/office/drawing/2014/main" id="{16D9EDF6-BF13-DFC6-F0A6-724BCF12146A}"/>
              </a:ext>
            </a:extLst>
          </p:cNvPr>
          <p:cNvSpPr/>
          <p:nvPr/>
        </p:nvSpPr>
        <p:spPr>
          <a:xfrm>
            <a:off x="9050277" y="3354144"/>
            <a:ext cx="434109" cy="43410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타원 41">
            <a:extLst>
              <a:ext uri="{FF2B5EF4-FFF2-40B4-BE49-F238E27FC236}">
                <a16:creationId xmlns:a16="http://schemas.microsoft.com/office/drawing/2014/main" id="{73310646-FB79-7409-3833-E3268DB6D249}"/>
              </a:ext>
            </a:extLst>
          </p:cNvPr>
          <p:cNvSpPr/>
          <p:nvPr/>
        </p:nvSpPr>
        <p:spPr>
          <a:xfrm>
            <a:off x="10015248" y="2947744"/>
            <a:ext cx="434109" cy="434109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C942CDD4-F3A0-2E1E-2D0E-873296680E3F}"/>
              </a:ext>
            </a:extLst>
          </p:cNvPr>
          <p:cNvCxnSpPr>
            <a:stCxn id="2" idx="6"/>
            <a:endCxn id="9" idx="2"/>
          </p:cNvCxnSpPr>
          <p:nvPr/>
        </p:nvCxnSpPr>
        <p:spPr>
          <a:xfrm>
            <a:off x="1822802" y="2693745"/>
            <a:ext cx="66040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6" name="직선 화살표 연결선 45">
            <a:extLst>
              <a:ext uri="{FF2B5EF4-FFF2-40B4-BE49-F238E27FC236}">
                <a16:creationId xmlns:a16="http://schemas.microsoft.com/office/drawing/2014/main" id="{A5C8C6A4-FBE2-C63E-75E1-256AD9908BF5}"/>
              </a:ext>
            </a:extLst>
          </p:cNvPr>
          <p:cNvCxnSpPr>
            <a:cxnSpLocks/>
            <a:stCxn id="2" idx="6"/>
            <a:endCxn id="13" idx="2"/>
          </p:cNvCxnSpPr>
          <p:nvPr/>
        </p:nvCxnSpPr>
        <p:spPr>
          <a:xfrm>
            <a:off x="1822802" y="2693745"/>
            <a:ext cx="660403" cy="8774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9" name="직선 화살표 연결선 48">
            <a:extLst>
              <a:ext uri="{FF2B5EF4-FFF2-40B4-BE49-F238E27FC236}">
                <a16:creationId xmlns:a16="http://schemas.microsoft.com/office/drawing/2014/main" id="{1E7B81FA-8A69-8F74-1F44-E4249E0ABB15}"/>
              </a:ext>
            </a:extLst>
          </p:cNvPr>
          <p:cNvCxnSpPr>
            <a:cxnSpLocks/>
            <a:stCxn id="6" idx="6"/>
            <a:endCxn id="9" idx="2"/>
          </p:cNvCxnSpPr>
          <p:nvPr/>
        </p:nvCxnSpPr>
        <p:spPr>
          <a:xfrm flipV="1">
            <a:off x="1822802" y="2693745"/>
            <a:ext cx="660403" cy="8774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2" name="직선 화살표 연결선 51">
            <a:extLst>
              <a:ext uri="{FF2B5EF4-FFF2-40B4-BE49-F238E27FC236}">
                <a16:creationId xmlns:a16="http://schemas.microsoft.com/office/drawing/2014/main" id="{E41FD153-CDCD-D303-2BA2-9874AF2C3C90}"/>
              </a:ext>
            </a:extLst>
          </p:cNvPr>
          <p:cNvCxnSpPr>
            <a:cxnSpLocks/>
            <a:stCxn id="6" idx="6"/>
            <a:endCxn id="13" idx="2"/>
          </p:cNvCxnSpPr>
          <p:nvPr/>
        </p:nvCxnSpPr>
        <p:spPr>
          <a:xfrm>
            <a:off x="1822802" y="3571199"/>
            <a:ext cx="66040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5" name="직선 화살표 연결선 54">
            <a:extLst>
              <a:ext uri="{FF2B5EF4-FFF2-40B4-BE49-F238E27FC236}">
                <a16:creationId xmlns:a16="http://schemas.microsoft.com/office/drawing/2014/main" id="{FF2AFFF3-6D77-5E6A-986A-39BC77D92A0F}"/>
              </a:ext>
            </a:extLst>
          </p:cNvPr>
          <p:cNvCxnSpPr/>
          <p:nvPr/>
        </p:nvCxnSpPr>
        <p:spPr>
          <a:xfrm>
            <a:off x="2917313" y="2693745"/>
            <a:ext cx="66040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6" name="직선 화살표 연결선 55">
            <a:extLst>
              <a:ext uri="{FF2B5EF4-FFF2-40B4-BE49-F238E27FC236}">
                <a16:creationId xmlns:a16="http://schemas.microsoft.com/office/drawing/2014/main" id="{94693179-929E-DAC1-8B1E-E29A0C1D2F6F}"/>
              </a:ext>
            </a:extLst>
          </p:cNvPr>
          <p:cNvCxnSpPr>
            <a:cxnSpLocks/>
          </p:cNvCxnSpPr>
          <p:nvPr/>
        </p:nvCxnSpPr>
        <p:spPr>
          <a:xfrm>
            <a:off x="2917313" y="2693745"/>
            <a:ext cx="660403" cy="8774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7" name="직선 화살표 연결선 56">
            <a:extLst>
              <a:ext uri="{FF2B5EF4-FFF2-40B4-BE49-F238E27FC236}">
                <a16:creationId xmlns:a16="http://schemas.microsoft.com/office/drawing/2014/main" id="{09A4AC6E-3310-779B-7ED8-0A660C65E006}"/>
              </a:ext>
            </a:extLst>
          </p:cNvPr>
          <p:cNvCxnSpPr>
            <a:cxnSpLocks/>
          </p:cNvCxnSpPr>
          <p:nvPr/>
        </p:nvCxnSpPr>
        <p:spPr>
          <a:xfrm flipV="1">
            <a:off x="2917313" y="2693745"/>
            <a:ext cx="660403" cy="8774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8" name="직선 화살표 연결선 57">
            <a:extLst>
              <a:ext uri="{FF2B5EF4-FFF2-40B4-BE49-F238E27FC236}">
                <a16:creationId xmlns:a16="http://schemas.microsoft.com/office/drawing/2014/main" id="{916C5FF4-4F16-D41D-394A-7D35CA9FDDD3}"/>
              </a:ext>
            </a:extLst>
          </p:cNvPr>
          <p:cNvCxnSpPr>
            <a:cxnSpLocks/>
          </p:cNvCxnSpPr>
          <p:nvPr/>
        </p:nvCxnSpPr>
        <p:spPr>
          <a:xfrm>
            <a:off x="2917313" y="3571199"/>
            <a:ext cx="66040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9" name="직선 화살표 연결선 58">
            <a:extLst>
              <a:ext uri="{FF2B5EF4-FFF2-40B4-BE49-F238E27FC236}">
                <a16:creationId xmlns:a16="http://schemas.microsoft.com/office/drawing/2014/main" id="{2D7E0769-00E1-D9F4-5198-6743AC6F522A}"/>
              </a:ext>
            </a:extLst>
          </p:cNvPr>
          <p:cNvCxnSpPr/>
          <p:nvPr/>
        </p:nvCxnSpPr>
        <p:spPr>
          <a:xfrm>
            <a:off x="4011826" y="2701070"/>
            <a:ext cx="66040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0" name="직선 화살표 연결선 59">
            <a:extLst>
              <a:ext uri="{FF2B5EF4-FFF2-40B4-BE49-F238E27FC236}">
                <a16:creationId xmlns:a16="http://schemas.microsoft.com/office/drawing/2014/main" id="{FA48A63C-6D8B-7C39-FBD3-7EF09D311268}"/>
              </a:ext>
            </a:extLst>
          </p:cNvPr>
          <p:cNvCxnSpPr>
            <a:cxnSpLocks/>
          </p:cNvCxnSpPr>
          <p:nvPr/>
        </p:nvCxnSpPr>
        <p:spPr>
          <a:xfrm>
            <a:off x="4011826" y="2701070"/>
            <a:ext cx="660403" cy="8774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1" name="직선 화살표 연결선 60">
            <a:extLst>
              <a:ext uri="{FF2B5EF4-FFF2-40B4-BE49-F238E27FC236}">
                <a16:creationId xmlns:a16="http://schemas.microsoft.com/office/drawing/2014/main" id="{7B361A3B-6642-83E8-A60E-5D01D80D2E25}"/>
              </a:ext>
            </a:extLst>
          </p:cNvPr>
          <p:cNvCxnSpPr>
            <a:cxnSpLocks/>
          </p:cNvCxnSpPr>
          <p:nvPr/>
        </p:nvCxnSpPr>
        <p:spPr>
          <a:xfrm flipV="1">
            <a:off x="4011826" y="2701070"/>
            <a:ext cx="660403" cy="8774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2" name="직선 화살표 연결선 61">
            <a:extLst>
              <a:ext uri="{FF2B5EF4-FFF2-40B4-BE49-F238E27FC236}">
                <a16:creationId xmlns:a16="http://schemas.microsoft.com/office/drawing/2014/main" id="{5648A0CF-31DC-3A2C-237E-64AA50F983DA}"/>
              </a:ext>
            </a:extLst>
          </p:cNvPr>
          <p:cNvCxnSpPr>
            <a:cxnSpLocks/>
          </p:cNvCxnSpPr>
          <p:nvPr/>
        </p:nvCxnSpPr>
        <p:spPr>
          <a:xfrm>
            <a:off x="4011826" y="3578524"/>
            <a:ext cx="66040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3" name="직선 화살표 연결선 62">
            <a:extLst>
              <a:ext uri="{FF2B5EF4-FFF2-40B4-BE49-F238E27FC236}">
                <a16:creationId xmlns:a16="http://schemas.microsoft.com/office/drawing/2014/main" id="{89A592AF-54B9-D0A1-E0DA-6291D6E92F29}"/>
              </a:ext>
            </a:extLst>
          </p:cNvPr>
          <p:cNvCxnSpPr/>
          <p:nvPr/>
        </p:nvCxnSpPr>
        <p:spPr>
          <a:xfrm>
            <a:off x="5106337" y="2701070"/>
            <a:ext cx="66040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4" name="직선 화살표 연결선 63">
            <a:extLst>
              <a:ext uri="{FF2B5EF4-FFF2-40B4-BE49-F238E27FC236}">
                <a16:creationId xmlns:a16="http://schemas.microsoft.com/office/drawing/2014/main" id="{27E690F9-C48A-750C-E30B-5EA116A62CD1}"/>
              </a:ext>
            </a:extLst>
          </p:cNvPr>
          <p:cNvCxnSpPr>
            <a:cxnSpLocks/>
          </p:cNvCxnSpPr>
          <p:nvPr/>
        </p:nvCxnSpPr>
        <p:spPr>
          <a:xfrm>
            <a:off x="5106337" y="2701070"/>
            <a:ext cx="660403" cy="8774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5" name="직선 화살표 연결선 64">
            <a:extLst>
              <a:ext uri="{FF2B5EF4-FFF2-40B4-BE49-F238E27FC236}">
                <a16:creationId xmlns:a16="http://schemas.microsoft.com/office/drawing/2014/main" id="{EFB7F7CA-3F3D-DB47-D9D4-D029DFD466BD}"/>
              </a:ext>
            </a:extLst>
          </p:cNvPr>
          <p:cNvCxnSpPr>
            <a:cxnSpLocks/>
          </p:cNvCxnSpPr>
          <p:nvPr/>
        </p:nvCxnSpPr>
        <p:spPr>
          <a:xfrm flipV="1">
            <a:off x="5106337" y="2701070"/>
            <a:ext cx="660403" cy="8774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6" name="직선 화살표 연결선 65">
            <a:extLst>
              <a:ext uri="{FF2B5EF4-FFF2-40B4-BE49-F238E27FC236}">
                <a16:creationId xmlns:a16="http://schemas.microsoft.com/office/drawing/2014/main" id="{B269BFE1-56F8-B5EB-027E-4B05E2379463}"/>
              </a:ext>
            </a:extLst>
          </p:cNvPr>
          <p:cNvCxnSpPr>
            <a:cxnSpLocks/>
          </p:cNvCxnSpPr>
          <p:nvPr/>
        </p:nvCxnSpPr>
        <p:spPr>
          <a:xfrm>
            <a:off x="5106337" y="3578524"/>
            <a:ext cx="66040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7" name="직선 화살표 연결선 66">
            <a:extLst>
              <a:ext uri="{FF2B5EF4-FFF2-40B4-BE49-F238E27FC236}">
                <a16:creationId xmlns:a16="http://schemas.microsoft.com/office/drawing/2014/main" id="{E676D226-8A34-A7F8-5658-40DBE3D397E7}"/>
              </a:ext>
            </a:extLst>
          </p:cNvPr>
          <p:cNvCxnSpPr/>
          <p:nvPr/>
        </p:nvCxnSpPr>
        <p:spPr>
          <a:xfrm>
            <a:off x="6200848" y="2701070"/>
            <a:ext cx="66040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8" name="직선 화살표 연결선 67">
            <a:extLst>
              <a:ext uri="{FF2B5EF4-FFF2-40B4-BE49-F238E27FC236}">
                <a16:creationId xmlns:a16="http://schemas.microsoft.com/office/drawing/2014/main" id="{C790E272-0099-FBEA-0917-248CA4D6A4E0}"/>
              </a:ext>
            </a:extLst>
          </p:cNvPr>
          <p:cNvCxnSpPr>
            <a:cxnSpLocks/>
          </p:cNvCxnSpPr>
          <p:nvPr/>
        </p:nvCxnSpPr>
        <p:spPr>
          <a:xfrm>
            <a:off x="6200848" y="2701070"/>
            <a:ext cx="660403" cy="8774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직선 화살표 연결선 68">
            <a:extLst>
              <a:ext uri="{FF2B5EF4-FFF2-40B4-BE49-F238E27FC236}">
                <a16:creationId xmlns:a16="http://schemas.microsoft.com/office/drawing/2014/main" id="{094C0631-9C49-6791-5480-4EE212F630C2}"/>
              </a:ext>
            </a:extLst>
          </p:cNvPr>
          <p:cNvCxnSpPr>
            <a:cxnSpLocks/>
          </p:cNvCxnSpPr>
          <p:nvPr/>
        </p:nvCxnSpPr>
        <p:spPr>
          <a:xfrm flipV="1">
            <a:off x="6200848" y="2701070"/>
            <a:ext cx="660403" cy="8774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0" name="직선 화살표 연결선 69">
            <a:extLst>
              <a:ext uri="{FF2B5EF4-FFF2-40B4-BE49-F238E27FC236}">
                <a16:creationId xmlns:a16="http://schemas.microsoft.com/office/drawing/2014/main" id="{8B7B887C-BE1F-5082-154C-8D2EDC300489}"/>
              </a:ext>
            </a:extLst>
          </p:cNvPr>
          <p:cNvCxnSpPr>
            <a:cxnSpLocks/>
          </p:cNvCxnSpPr>
          <p:nvPr/>
        </p:nvCxnSpPr>
        <p:spPr>
          <a:xfrm>
            <a:off x="6200848" y="3578524"/>
            <a:ext cx="66040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직선 화살표 연결선 70">
            <a:extLst>
              <a:ext uri="{FF2B5EF4-FFF2-40B4-BE49-F238E27FC236}">
                <a16:creationId xmlns:a16="http://schemas.microsoft.com/office/drawing/2014/main" id="{343FDA97-CF93-25B8-65BF-4E14BCFB10AE}"/>
              </a:ext>
            </a:extLst>
          </p:cNvPr>
          <p:cNvCxnSpPr/>
          <p:nvPr/>
        </p:nvCxnSpPr>
        <p:spPr>
          <a:xfrm>
            <a:off x="7295359" y="2701070"/>
            <a:ext cx="66040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2" name="직선 화살표 연결선 71">
            <a:extLst>
              <a:ext uri="{FF2B5EF4-FFF2-40B4-BE49-F238E27FC236}">
                <a16:creationId xmlns:a16="http://schemas.microsoft.com/office/drawing/2014/main" id="{C4E6EBDF-91BB-BF68-A7E1-FEEE6E4F1878}"/>
              </a:ext>
            </a:extLst>
          </p:cNvPr>
          <p:cNvCxnSpPr>
            <a:cxnSpLocks/>
          </p:cNvCxnSpPr>
          <p:nvPr/>
        </p:nvCxnSpPr>
        <p:spPr>
          <a:xfrm>
            <a:off x="7295359" y="2701070"/>
            <a:ext cx="660403" cy="8774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3" name="직선 화살표 연결선 72">
            <a:extLst>
              <a:ext uri="{FF2B5EF4-FFF2-40B4-BE49-F238E27FC236}">
                <a16:creationId xmlns:a16="http://schemas.microsoft.com/office/drawing/2014/main" id="{39B26608-9635-6944-9F2E-F243B4EBC14C}"/>
              </a:ext>
            </a:extLst>
          </p:cNvPr>
          <p:cNvCxnSpPr>
            <a:cxnSpLocks/>
          </p:cNvCxnSpPr>
          <p:nvPr/>
        </p:nvCxnSpPr>
        <p:spPr>
          <a:xfrm flipV="1">
            <a:off x="7295359" y="2701070"/>
            <a:ext cx="660403" cy="8774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4" name="직선 화살표 연결선 73">
            <a:extLst>
              <a:ext uri="{FF2B5EF4-FFF2-40B4-BE49-F238E27FC236}">
                <a16:creationId xmlns:a16="http://schemas.microsoft.com/office/drawing/2014/main" id="{4EB3D4EA-E6DF-6DBB-DECD-E6F5C8B655D0}"/>
              </a:ext>
            </a:extLst>
          </p:cNvPr>
          <p:cNvCxnSpPr>
            <a:cxnSpLocks/>
          </p:cNvCxnSpPr>
          <p:nvPr/>
        </p:nvCxnSpPr>
        <p:spPr>
          <a:xfrm>
            <a:off x="7295359" y="3578524"/>
            <a:ext cx="66040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5" name="직선 화살표 연결선 74">
            <a:extLst>
              <a:ext uri="{FF2B5EF4-FFF2-40B4-BE49-F238E27FC236}">
                <a16:creationId xmlns:a16="http://schemas.microsoft.com/office/drawing/2014/main" id="{1961781F-7859-B25B-7315-74B707512331}"/>
              </a:ext>
            </a:extLst>
          </p:cNvPr>
          <p:cNvCxnSpPr/>
          <p:nvPr/>
        </p:nvCxnSpPr>
        <p:spPr>
          <a:xfrm>
            <a:off x="8389874" y="2693745"/>
            <a:ext cx="66040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6" name="직선 화살표 연결선 75">
            <a:extLst>
              <a:ext uri="{FF2B5EF4-FFF2-40B4-BE49-F238E27FC236}">
                <a16:creationId xmlns:a16="http://schemas.microsoft.com/office/drawing/2014/main" id="{3EB7A26C-946C-80D0-9488-0B856A71B892}"/>
              </a:ext>
            </a:extLst>
          </p:cNvPr>
          <p:cNvCxnSpPr>
            <a:cxnSpLocks/>
          </p:cNvCxnSpPr>
          <p:nvPr/>
        </p:nvCxnSpPr>
        <p:spPr>
          <a:xfrm>
            <a:off x="8389874" y="2693745"/>
            <a:ext cx="660403" cy="8774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7" name="직선 화살표 연결선 76">
            <a:extLst>
              <a:ext uri="{FF2B5EF4-FFF2-40B4-BE49-F238E27FC236}">
                <a16:creationId xmlns:a16="http://schemas.microsoft.com/office/drawing/2014/main" id="{EC5BB28E-3D0E-D886-4488-5A0A0580C20D}"/>
              </a:ext>
            </a:extLst>
          </p:cNvPr>
          <p:cNvCxnSpPr>
            <a:cxnSpLocks/>
          </p:cNvCxnSpPr>
          <p:nvPr/>
        </p:nvCxnSpPr>
        <p:spPr>
          <a:xfrm flipV="1">
            <a:off x="8389874" y="2693745"/>
            <a:ext cx="660403" cy="8774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8" name="직선 화살표 연결선 77">
            <a:extLst>
              <a:ext uri="{FF2B5EF4-FFF2-40B4-BE49-F238E27FC236}">
                <a16:creationId xmlns:a16="http://schemas.microsoft.com/office/drawing/2014/main" id="{89BF15D1-AB72-0B2F-EF7B-67A1B53096F4}"/>
              </a:ext>
            </a:extLst>
          </p:cNvPr>
          <p:cNvCxnSpPr>
            <a:cxnSpLocks/>
          </p:cNvCxnSpPr>
          <p:nvPr/>
        </p:nvCxnSpPr>
        <p:spPr>
          <a:xfrm>
            <a:off x="8389874" y="3571199"/>
            <a:ext cx="66040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9" name="직선 화살표 연결선 78">
            <a:extLst>
              <a:ext uri="{FF2B5EF4-FFF2-40B4-BE49-F238E27FC236}">
                <a16:creationId xmlns:a16="http://schemas.microsoft.com/office/drawing/2014/main" id="{8364A96C-AB40-5914-28EF-C070B72D129E}"/>
              </a:ext>
            </a:extLst>
          </p:cNvPr>
          <p:cNvCxnSpPr>
            <a:cxnSpLocks/>
            <a:stCxn id="38" idx="6"/>
            <a:endCxn id="42" idx="2"/>
          </p:cNvCxnSpPr>
          <p:nvPr/>
        </p:nvCxnSpPr>
        <p:spPr>
          <a:xfrm>
            <a:off x="9484386" y="2693745"/>
            <a:ext cx="530862" cy="4710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2" name="직선 화살표 연결선 81">
            <a:extLst>
              <a:ext uri="{FF2B5EF4-FFF2-40B4-BE49-F238E27FC236}">
                <a16:creationId xmlns:a16="http://schemas.microsoft.com/office/drawing/2014/main" id="{39C5D5AF-575D-B7DF-753E-0A4406FB3854}"/>
              </a:ext>
            </a:extLst>
          </p:cNvPr>
          <p:cNvCxnSpPr>
            <a:cxnSpLocks/>
            <a:stCxn id="40" idx="6"/>
            <a:endCxn id="42" idx="2"/>
          </p:cNvCxnSpPr>
          <p:nvPr/>
        </p:nvCxnSpPr>
        <p:spPr>
          <a:xfrm flipV="1">
            <a:off x="9484386" y="3164799"/>
            <a:ext cx="530862" cy="4064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5E40BD79-EC49-C3FC-A200-D8043BEFBDBB}"/>
                  </a:ext>
                </a:extLst>
              </p:cNvPr>
              <p:cNvSpPr txBox="1"/>
              <p:nvPr/>
            </p:nvSpPr>
            <p:spPr>
              <a:xfrm>
                <a:off x="817285" y="2448982"/>
                <a:ext cx="380938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ko-KR" altLang="en-US" sz="240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en-US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ko-KR" altLang="en-US" sz="2400" i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ko-KR" altLang="en-US" sz="2400" dirty="0"/>
              </a:p>
            </p:txBody>
          </p:sp>
        </mc:Choice>
        <mc:Fallback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5E40BD79-EC49-C3FC-A200-D8043BEFBD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7285" y="2448982"/>
                <a:ext cx="380938" cy="369332"/>
              </a:xfrm>
              <a:prstGeom prst="rect">
                <a:avLst/>
              </a:prstGeom>
              <a:blipFill>
                <a:blip r:embed="rId2"/>
                <a:stretch>
                  <a:fillRect l="-7937" r="-4762" b="-1833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7" name="TextBox 86">
                <a:extLst>
                  <a:ext uri="{FF2B5EF4-FFF2-40B4-BE49-F238E27FC236}">
                    <a16:creationId xmlns:a16="http://schemas.microsoft.com/office/drawing/2014/main" id="{29817EE4-9443-FA46-D1C8-E1A0FC368F93}"/>
                  </a:ext>
                </a:extLst>
              </p:cNvPr>
              <p:cNvSpPr txBox="1"/>
              <p:nvPr/>
            </p:nvSpPr>
            <p:spPr>
              <a:xfrm>
                <a:off x="831289" y="3236902"/>
                <a:ext cx="388055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ko-KR" alt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en-US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ko-KR" sz="2400" b="0" i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ko-KR" altLang="en-US" sz="2400" dirty="0"/>
              </a:p>
            </p:txBody>
          </p:sp>
        </mc:Choice>
        <mc:Fallback>
          <p:sp>
            <p:nvSpPr>
              <p:cNvPr id="87" name="TextBox 86">
                <a:extLst>
                  <a:ext uri="{FF2B5EF4-FFF2-40B4-BE49-F238E27FC236}">
                    <a16:creationId xmlns:a16="http://schemas.microsoft.com/office/drawing/2014/main" id="{29817EE4-9443-FA46-D1C8-E1A0FC368F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1289" y="3236902"/>
                <a:ext cx="388055" cy="369332"/>
              </a:xfrm>
              <a:prstGeom prst="rect">
                <a:avLst/>
              </a:prstGeom>
              <a:blipFill>
                <a:blip r:embed="rId3"/>
                <a:stretch>
                  <a:fillRect l="-7813" r="-4688" b="-1639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55C7F0C1-5CB5-DC57-CD58-E0885BBD64AB}"/>
                  </a:ext>
                </a:extLst>
              </p:cNvPr>
              <p:cNvSpPr txBox="1"/>
              <p:nvPr/>
            </p:nvSpPr>
            <p:spPr>
              <a:xfrm>
                <a:off x="11172865" y="2998667"/>
                <a:ext cx="261738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ko-KR" altLang="en-US" sz="2400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ko-KR" altLang="en-US" sz="24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</m:oMath>
                  </m:oMathPara>
                </a14:m>
                <a:endParaRPr lang="ko-KR" altLang="en-US" sz="2400" dirty="0"/>
              </a:p>
            </p:txBody>
          </p:sp>
        </mc:Choice>
        <mc:Fallback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55C7F0C1-5CB5-DC57-CD58-E0885BBD64A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172865" y="2998667"/>
                <a:ext cx="261738" cy="369332"/>
              </a:xfrm>
              <a:prstGeom prst="rect">
                <a:avLst/>
              </a:prstGeom>
              <a:blipFill>
                <a:blip r:embed="rId4"/>
                <a:stretch>
                  <a:fillRect l="-25581" t="-15000" r="-74419" b="-3000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9" name="직선 화살표 연결선 88">
            <a:extLst>
              <a:ext uri="{FF2B5EF4-FFF2-40B4-BE49-F238E27FC236}">
                <a16:creationId xmlns:a16="http://schemas.microsoft.com/office/drawing/2014/main" id="{958D2BB3-428A-76B0-BEAD-59DF5F61F84D}"/>
              </a:ext>
            </a:extLst>
          </p:cNvPr>
          <p:cNvCxnSpPr>
            <a:cxnSpLocks/>
            <a:stCxn id="42" idx="6"/>
            <a:endCxn id="88" idx="1"/>
          </p:cNvCxnSpPr>
          <p:nvPr/>
        </p:nvCxnSpPr>
        <p:spPr>
          <a:xfrm>
            <a:off x="10449357" y="3164799"/>
            <a:ext cx="723508" cy="1853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94" name="TextBox 93">
                <a:extLst>
                  <a:ext uri="{FF2B5EF4-FFF2-40B4-BE49-F238E27FC236}">
                    <a16:creationId xmlns:a16="http://schemas.microsoft.com/office/drawing/2014/main" id="{A6BBC89C-C0C9-FCC7-BF54-7F944977BEB7}"/>
                  </a:ext>
                </a:extLst>
              </p:cNvPr>
              <p:cNvSpPr txBox="1"/>
              <p:nvPr/>
            </p:nvSpPr>
            <p:spPr>
              <a:xfrm>
                <a:off x="5896048" y="5208350"/>
                <a:ext cx="1190839" cy="51950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ko-KR" altLang="en-US" sz="200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ko-KR" altLang="en-US" sz="20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ko-KR" altLang="en-US" sz="200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1.5</m:t>
                                </m:r>
                              </m:e>
                              <m:e>
                                <m:r>
                                  <a:rPr lang="ko-KR" altLang="en-US" sz="2000" i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ko-KR" altLang="en-US" sz="2000" i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ko-KR" altLang="en-US" sz="2000" i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1.5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ko-KR" alt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94" name="TextBox 93">
                <a:extLst>
                  <a:ext uri="{FF2B5EF4-FFF2-40B4-BE49-F238E27FC236}">
                    <a16:creationId xmlns:a16="http://schemas.microsoft.com/office/drawing/2014/main" id="{A6BBC89C-C0C9-FCC7-BF54-7F944977BE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96048" y="5208350"/>
                <a:ext cx="1190839" cy="51950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6" name="TextBox 95">
                <a:extLst>
                  <a:ext uri="{FF2B5EF4-FFF2-40B4-BE49-F238E27FC236}">
                    <a16:creationId xmlns:a16="http://schemas.microsoft.com/office/drawing/2014/main" id="{C6D79763-1980-A7A3-0921-DE4C54F53472}"/>
                  </a:ext>
                </a:extLst>
              </p:cNvPr>
              <p:cNvSpPr txBox="1"/>
              <p:nvPr/>
            </p:nvSpPr>
            <p:spPr>
              <a:xfrm>
                <a:off x="3238824" y="5208350"/>
                <a:ext cx="1190839" cy="51950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ko-KR" altLang="en-US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ko-KR" altLang="en-US" sz="20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altLang="ko-KR" sz="2000" b="0" i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  <m:r>
                                  <a:rPr lang="ko-KR" altLang="en-US" sz="200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.5</m:t>
                                </m:r>
                              </m:e>
                              <m:e>
                                <m:r>
                                  <a:rPr lang="ko-KR" altLang="en-US" sz="2000" i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ko-KR" altLang="en-US" sz="2000" i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ko-KR" sz="2000" b="0" i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  <m:r>
                                  <a:rPr lang="ko-KR" altLang="en-US" sz="2000" i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.5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ko-KR" alt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96" name="TextBox 95">
                <a:extLst>
                  <a:ext uri="{FF2B5EF4-FFF2-40B4-BE49-F238E27FC236}">
                    <a16:creationId xmlns:a16="http://schemas.microsoft.com/office/drawing/2014/main" id="{C6D79763-1980-A7A3-0921-DE4C54F534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38824" y="5208350"/>
                <a:ext cx="1190839" cy="519501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7" name="TextBox 96">
                <a:extLst>
                  <a:ext uri="{FF2B5EF4-FFF2-40B4-BE49-F238E27FC236}">
                    <a16:creationId xmlns:a16="http://schemas.microsoft.com/office/drawing/2014/main" id="{5F628494-51E9-62E7-EE3C-510B3037BDAE}"/>
                  </a:ext>
                </a:extLst>
              </p:cNvPr>
              <p:cNvSpPr txBox="1"/>
              <p:nvPr/>
            </p:nvSpPr>
            <p:spPr>
              <a:xfrm>
                <a:off x="5080220" y="5273002"/>
                <a:ext cx="771430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ko-KR" altLang="en-US" sz="240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ko-KR" altLang="en-US" sz="2400" i="1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p>
                          <m:r>
                            <a:rPr lang="ko-KR" altLang="en-US" sz="2400" i="1"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</m:sSup>
                      <m:r>
                        <a:rPr lang="ko-KR" altLang="en-US" sz="2400" i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ko-KR" altLang="en-US" sz="2400" dirty="0"/>
              </a:p>
            </p:txBody>
          </p:sp>
        </mc:Choice>
        <mc:Fallback>
          <p:sp>
            <p:nvSpPr>
              <p:cNvPr id="97" name="TextBox 96">
                <a:extLst>
                  <a:ext uri="{FF2B5EF4-FFF2-40B4-BE49-F238E27FC236}">
                    <a16:creationId xmlns:a16="http://schemas.microsoft.com/office/drawing/2014/main" id="{5F628494-51E9-62E7-EE3C-510B3037BD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80220" y="5273002"/>
                <a:ext cx="771430" cy="369332"/>
              </a:xfrm>
              <a:prstGeom prst="rect">
                <a:avLst/>
              </a:prstGeom>
              <a:blipFill>
                <a:blip r:embed="rId7"/>
                <a:stretch>
                  <a:fillRect l="-3937" r="-236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9" name="TextBox 98">
                <a:extLst>
                  <a:ext uri="{FF2B5EF4-FFF2-40B4-BE49-F238E27FC236}">
                    <a16:creationId xmlns:a16="http://schemas.microsoft.com/office/drawing/2014/main" id="{B9FDCD64-68F1-3345-1CDE-818DCB9FB800}"/>
                  </a:ext>
                </a:extLst>
              </p:cNvPr>
              <p:cNvSpPr txBox="1"/>
              <p:nvPr/>
            </p:nvSpPr>
            <p:spPr>
              <a:xfrm>
                <a:off x="2275193" y="5262328"/>
                <a:ext cx="771430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ko-KR" altLang="en-US" sz="24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ko-KR" altLang="en-US" sz="2400" i="1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p>
                          <m:r>
                            <a:rPr lang="ko-KR" altLang="en-US" sz="2400" i="1"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</m:sSup>
                      <m:r>
                        <a:rPr lang="ko-KR" altLang="en-US" sz="2400" i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ko-KR" altLang="en-US" sz="2400" dirty="0"/>
              </a:p>
            </p:txBody>
          </p:sp>
        </mc:Choice>
        <mc:Fallback>
          <p:sp>
            <p:nvSpPr>
              <p:cNvPr id="99" name="TextBox 98">
                <a:extLst>
                  <a:ext uri="{FF2B5EF4-FFF2-40B4-BE49-F238E27FC236}">
                    <a16:creationId xmlns:a16="http://schemas.microsoft.com/office/drawing/2014/main" id="{B9FDCD64-68F1-3345-1CDE-818DCB9FB8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75193" y="5262328"/>
                <a:ext cx="771430" cy="369332"/>
              </a:xfrm>
              <a:prstGeom prst="rect">
                <a:avLst/>
              </a:prstGeom>
              <a:blipFill>
                <a:blip r:embed="rId8"/>
                <a:stretch>
                  <a:fillRect l="-3937" r="-2362" b="-163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1" name="TextBox 100">
            <a:extLst>
              <a:ext uri="{FF2B5EF4-FFF2-40B4-BE49-F238E27FC236}">
                <a16:creationId xmlns:a16="http://schemas.microsoft.com/office/drawing/2014/main" id="{B8C3B0BA-FD06-65D4-A735-9D9F9A7BE094}"/>
              </a:ext>
            </a:extLst>
          </p:cNvPr>
          <p:cNvSpPr txBox="1"/>
          <p:nvPr/>
        </p:nvSpPr>
        <p:spPr>
          <a:xfrm>
            <a:off x="3243585" y="4665706"/>
            <a:ext cx="245549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Vanishing</a:t>
            </a:r>
            <a:endParaRPr lang="ko-KR" altLang="en-US" dirty="0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D0049FCA-B6A0-81FB-CDCB-98D0166602B8}"/>
              </a:ext>
            </a:extLst>
          </p:cNvPr>
          <p:cNvSpPr txBox="1"/>
          <p:nvPr/>
        </p:nvSpPr>
        <p:spPr>
          <a:xfrm>
            <a:off x="5818780" y="4665706"/>
            <a:ext cx="126810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Exploding </a:t>
            </a:r>
            <a:endParaRPr lang="ko-KR" altLang="en-US" dirty="0"/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DD3E6727-D231-F632-A755-3ADAA5B88389}"/>
              </a:ext>
            </a:extLst>
          </p:cNvPr>
          <p:cNvSpPr txBox="1"/>
          <p:nvPr/>
        </p:nvSpPr>
        <p:spPr>
          <a:xfrm>
            <a:off x="6531049" y="6068240"/>
            <a:ext cx="83734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err="1"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Youtube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1850113557"/>
      </p:ext>
    </p:extLst>
  </p:cSld>
  <p:clrMapOvr>
    <a:masterClrMapping/>
  </p:clrMapOvr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6861</TotalTime>
  <Words>52</Words>
  <Application>Microsoft Office PowerPoint</Application>
  <PresentationFormat>와이드스크린</PresentationFormat>
  <Paragraphs>20</Paragraphs>
  <Slides>3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</vt:i4>
      </vt:variant>
    </vt:vector>
  </HeadingPairs>
  <TitlesOfParts>
    <vt:vector size="10" baseType="lpstr">
      <vt:lpstr>D2Coding</vt:lpstr>
      <vt:lpstr>Yu Gothic UI Semilight</vt:lpstr>
      <vt:lpstr>맑은 고딕</vt:lpstr>
      <vt:lpstr>Batang</vt:lpstr>
      <vt:lpstr>Arial</vt:lpstr>
      <vt:lpstr>Cambria Math</vt:lpstr>
      <vt:lpstr>WelcomeDoc</vt:lpstr>
      <vt:lpstr>CHAPTER 11 Training Deep Neural Networks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조상구</cp:lastModifiedBy>
  <cp:revision>121</cp:revision>
  <dcterms:created xsi:type="dcterms:W3CDTF">2026-04-06T01:00:39Z</dcterms:created>
  <dcterms:modified xsi:type="dcterms:W3CDTF">2026-06-22T04:13:34Z</dcterms:modified>
  <cp:version/>
</cp:coreProperties>
</file>