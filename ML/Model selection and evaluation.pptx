
<file path=[Content_Types].xml><?xml version="1.0" encoding="utf-8"?>
<Types xmlns="http://schemas.openxmlformats.org/package/2006/content-types">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commentAuthors.xml" ContentType="application/vnd.openxmlformats-officedocument.presentationml.commentAuthors+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60" r:id="rId1"/>
  </p:sldMasterIdLst>
  <p:notesMasterIdLst>
    <p:notesMasterId r:id="rId8"/>
  </p:notesMasterIdLst>
  <p:handoutMasterIdLst>
    <p:handoutMasterId r:id="rId9"/>
  </p:handoutMasterIdLst>
  <p:sldIdLst>
    <p:sldId id="256" r:id="rId2"/>
    <p:sldId id="1122" r:id="rId3"/>
    <p:sldId id="1135" r:id="rId4"/>
    <p:sldId id="1134" r:id="rId5"/>
    <p:sldId id="1136" r:id="rId6"/>
    <p:sldId id="1137" r:id="rId7"/>
  </p:sldIdLst>
  <p:sldSz cx="12192000" cy="6858000"/>
  <p:notesSz cx="6858000" cy="9144000"/>
  <p:defaultTextStyle>
    <a:defPPr rtl="0">
      <a:defRPr lang="ko-KR"/>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감사합니다." id="{E75E278A-FF0E-49A4-B170-79828D63BBAD}">
          <p14:sldIdLst>
            <p14:sldId id="256"/>
          </p14:sldIdLst>
        </p14:section>
        <p14:section name="디자인, 모핑, 주석 달기, 공동 작업, 입력하세요" id="{B9B51309-D148-4332-87C2-07BE32FBCA3B}">
          <p14:sldIdLst>
            <p14:sldId id="1122"/>
            <p14:sldId id="1135"/>
            <p14:sldId id="1134"/>
            <p14:sldId id="1136"/>
            <p14:sldId id="1137"/>
          </p14:sldIdLst>
        </p14:section>
        <p14:section name="자세한 정보" id="{2CC34DB2-6590-42C0-AD4B-A04C6060184E}">
          <p14:sldIdLst/>
        </p14:section>
      </p14:sectionLst>
    </p:ext>
    <p:ext uri="{EFAFB233-063F-42B5-8137-9DF3F51BA10A}">
      <p15:sldGuideLst xmlns:p15="http://schemas.microsoft.com/office/powerpoint/2012/main">
        <p15:guide id="1" orient="horz" pos="2160" userDrawn="1">
          <p15:clr>
            <a:srgbClr val="A4A3A4"/>
          </p15:clr>
        </p15:guide>
        <p15:guide id="2" pos="3840" userDrawn="1">
          <p15:clr>
            <a:srgbClr val="A4A3A4"/>
          </p15:clr>
        </p15:guide>
      </p15:sldGuideLst>
    </p:ext>
    <p:ext uri="{2D200454-40CA-4A62-9FC3-DE9A4176ACB9}">
      <p15:notesGuideLst xmlns:p15="http://schemas.microsoft.com/office/powerpoint/2012/main"/>
    </p:ext>
  </p:extLst>
</p:presentation>
</file>

<file path=ppt/commentAuthors.xml><?xml version="1.0" encoding="utf-8"?>
<p:cmAuthorLst xmlns:a="http://schemas.openxmlformats.org/drawingml/2006/main" xmlns:r="http://schemas.openxmlformats.org/officeDocument/2006/relationships" xmlns:p="http://schemas.openxmlformats.org/presentationml/2006/main">
  <p:cmAuthor id="3" name="만든 이" initials="오전" lastIdx="0" clrIdx="2"/>
</p:cmAuthorLst>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76E3FF"/>
    <a:srgbClr val="FF9B45"/>
    <a:srgbClr val="DD462F"/>
    <a:srgbClr val="D24726"/>
    <a:srgbClr val="404040"/>
    <a:srgbClr val="F8CFB6"/>
    <a:srgbClr val="F8CAB6"/>
    <a:srgbClr val="923922"/>
    <a:srgbClr val="F5F5F5"/>
    <a:srgbClr val="F2F2F2"/>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보통 스타일 2 - 강조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2D5ABB26-0587-4C30-8999-92F81FD0307C}" styleName="스타일 없음, 눈금 없음">
    <a:wholeTbl>
      <a:tcTxStyle>
        <a:fontRef idx="minor">
          <a:scrgbClr r="0" g="0" b="0"/>
        </a:fontRef>
        <a:schemeClr val="tx1"/>
      </a:tcTxStyle>
      <a:tcStyle>
        <a:tcBdr>
          <a:left>
            <a:ln>
              <a:noFill/>
            </a:ln>
          </a:left>
          <a:right>
            <a:ln>
              <a:noFill/>
            </a:ln>
          </a:right>
          <a:top>
            <a:ln>
              <a:noFill/>
            </a:ln>
          </a:top>
          <a:bottom>
            <a:ln>
              <a:noFill/>
            </a:ln>
          </a:bottom>
          <a:insideH>
            <a:ln>
              <a:noFill/>
            </a:ln>
          </a:insideH>
          <a:insideV>
            <a:ln>
              <a:noFill/>
            </a:ln>
          </a:insideV>
        </a:tcBdr>
        <a:fill>
          <a:noFill/>
        </a:fill>
      </a:tcStyle>
    </a:wholeTbl>
  </a:tblStyle>
  <a:tblStyle styleId="{5940675A-B579-460E-94D1-54222C63F5DA}" styleName="스타일 없음, 표 눈금">
    <a:wholeTbl>
      <a:tcTxStyle>
        <a:fontRef idx="minor">
          <a:scrgbClr r="0" g="0" b="0"/>
        </a:fontRef>
        <a:schemeClr val="tx1"/>
      </a:tcTxStyle>
      <a:tcStyle>
        <a:tcBdr>
          <a:left>
            <a:ln w="12700" cmpd="sng">
              <a:solidFill>
                <a:schemeClr val="tx1"/>
              </a:solidFill>
            </a:ln>
          </a:left>
          <a:right>
            <a:ln w="12700" cmpd="sng">
              <a:solidFill>
                <a:schemeClr val="tx1"/>
              </a:solidFill>
            </a:ln>
          </a:right>
          <a:top>
            <a:ln w="12700" cmpd="sng">
              <a:solidFill>
                <a:schemeClr val="tx1"/>
              </a:solidFill>
            </a:ln>
          </a:top>
          <a:bottom>
            <a:ln w="12700" cmpd="sng">
              <a:solidFill>
                <a:schemeClr val="tx1"/>
              </a:solidFill>
            </a:ln>
          </a:bottom>
          <a:insideH>
            <a:ln w="12700" cmpd="sng">
              <a:solidFill>
                <a:schemeClr val="tx1"/>
              </a:solidFill>
            </a:ln>
          </a:insideH>
          <a:insideV>
            <a:ln w="12700" cmpd="sng">
              <a:solidFill>
                <a:schemeClr val="tx1"/>
              </a:solidFill>
            </a:ln>
          </a:insideV>
        </a:tcBdr>
        <a:fill>
          <a:noFill/>
        </a:fill>
      </a:tcStyle>
    </a:wholeTbl>
  </a:tblStyle>
  <a:tblStyle styleId="{21E4AEA4-8DFA-4A89-87EB-49C32662AFE0}" styleName="보통 스타일 2 - 강조 2">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2">
              <a:tint val="20000"/>
            </a:schemeClr>
          </a:solidFill>
        </a:fill>
      </a:tcStyle>
    </a:wholeTbl>
    <a:band1H>
      <a:tcStyle>
        <a:tcBdr/>
        <a:fill>
          <a:solidFill>
            <a:schemeClr val="accent2">
              <a:tint val="40000"/>
            </a:schemeClr>
          </a:solidFill>
        </a:fill>
      </a:tcStyle>
    </a:band1H>
    <a:band2H>
      <a:tcStyle>
        <a:tcBdr/>
      </a:tcStyle>
    </a:band2H>
    <a:band1V>
      <a:tcStyle>
        <a:tcBdr/>
        <a:fill>
          <a:solidFill>
            <a:schemeClr val="accent2">
              <a:tint val="40000"/>
            </a:schemeClr>
          </a:solidFill>
        </a:fill>
      </a:tcStyle>
    </a:band1V>
    <a:band2V>
      <a:tcStyle>
        <a:tcBdr/>
      </a:tcStyle>
    </a:band2V>
    <a:lastCol>
      <a:tcTxStyle b="on">
        <a:fontRef idx="minor">
          <a:prstClr val="black"/>
        </a:fontRef>
        <a:schemeClr val="lt1"/>
      </a:tcTxStyle>
      <a:tcStyle>
        <a:tcBdr/>
        <a:fill>
          <a:solidFill>
            <a:schemeClr val="accent2"/>
          </a:solidFill>
        </a:fill>
      </a:tcStyle>
    </a:lastCol>
    <a:firstCol>
      <a:tcTxStyle b="on">
        <a:fontRef idx="minor">
          <a:prstClr val="black"/>
        </a:fontRef>
        <a:schemeClr val="lt1"/>
      </a:tcTxStyle>
      <a:tcStyle>
        <a:tcBdr/>
        <a:fill>
          <a:solidFill>
            <a:schemeClr val="accent2"/>
          </a:solidFill>
        </a:fill>
      </a:tcStyle>
    </a:firstCol>
    <a:lastRow>
      <a:tcTxStyle b="on">
        <a:fontRef idx="minor">
          <a:prstClr val="black"/>
        </a:fontRef>
        <a:schemeClr val="lt1"/>
      </a:tcTxStyle>
      <a:tcStyle>
        <a:tcBdr>
          <a:top>
            <a:ln w="38100" cmpd="sng">
              <a:solidFill>
                <a:schemeClr val="lt1"/>
              </a:solidFill>
            </a:ln>
          </a:top>
        </a:tcBdr>
        <a:fill>
          <a:solidFill>
            <a:schemeClr val="accent2"/>
          </a:solidFill>
        </a:fill>
      </a:tcStyle>
    </a:lastRow>
    <a:firstRow>
      <a:tcTxStyle b="on">
        <a:fontRef idx="minor">
          <a:prstClr val="black"/>
        </a:fontRef>
        <a:schemeClr val="lt1"/>
      </a:tcTxStyle>
      <a:tcStyle>
        <a:tcBdr>
          <a:bottom>
            <a:ln w="38100" cmpd="sng">
              <a:solidFill>
                <a:schemeClr val="lt1"/>
              </a:solidFill>
            </a:ln>
          </a:bottom>
        </a:tcBdr>
        <a:fill>
          <a:solidFill>
            <a:schemeClr val="accent2"/>
          </a:solidFill>
        </a:fill>
      </a:tcStyle>
    </a:firstRow>
  </a:tblStyle>
  <a:tblStyle styleId="{93296810-A885-4BE3-A3E7-6D5BEEA58F35}" styleName="보통 스타일 2 - 강조 6">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6">
              <a:tint val="20000"/>
            </a:schemeClr>
          </a:solidFill>
        </a:fill>
      </a:tcStyle>
    </a:wholeTbl>
    <a:band1H>
      <a:tcStyle>
        <a:tcBdr/>
        <a:fill>
          <a:solidFill>
            <a:schemeClr val="accent6">
              <a:tint val="40000"/>
            </a:schemeClr>
          </a:solidFill>
        </a:fill>
      </a:tcStyle>
    </a:band1H>
    <a:band2H>
      <a:tcStyle>
        <a:tcBdr/>
      </a:tcStyle>
    </a:band2H>
    <a:band1V>
      <a:tcStyle>
        <a:tcBdr/>
        <a:fill>
          <a:solidFill>
            <a:schemeClr val="accent6">
              <a:tint val="40000"/>
            </a:schemeClr>
          </a:solidFill>
        </a:fill>
      </a:tcStyle>
    </a:band1V>
    <a:band2V>
      <a:tcStyle>
        <a:tcBdr/>
      </a:tcStyle>
    </a:band2V>
    <a:lastCol>
      <a:tcTxStyle b="on">
        <a:fontRef idx="minor">
          <a:prstClr val="black"/>
        </a:fontRef>
        <a:schemeClr val="lt1"/>
      </a:tcTxStyle>
      <a:tcStyle>
        <a:tcBdr/>
        <a:fill>
          <a:solidFill>
            <a:schemeClr val="accent6"/>
          </a:solidFill>
        </a:fill>
      </a:tcStyle>
    </a:lastCol>
    <a:firstCol>
      <a:tcTxStyle b="on">
        <a:fontRef idx="minor">
          <a:prstClr val="black"/>
        </a:fontRef>
        <a:schemeClr val="lt1"/>
      </a:tcTxStyle>
      <a:tcStyle>
        <a:tcBdr/>
        <a:fill>
          <a:solidFill>
            <a:schemeClr val="accent6"/>
          </a:solidFill>
        </a:fill>
      </a:tcStyle>
    </a:firstCol>
    <a:lastRow>
      <a:tcTxStyle b="on">
        <a:fontRef idx="minor">
          <a:prstClr val="black"/>
        </a:fontRef>
        <a:schemeClr val="lt1"/>
      </a:tcTxStyle>
      <a:tcStyle>
        <a:tcBdr>
          <a:top>
            <a:ln w="38100" cmpd="sng">
              <a:solidFill>
                <a:schemeClr val="lt1"/>
              </a:solidFill>
            </a:ln>
          </a:top>
        </a:tcBdr>
        <a:fill>
          <a:solidFill>
            <a:schemeClr val="accent6"/>
          </a:solidFill>
        </a:fill>
      </a:tcStyle>
    </a:lastRow>
    <a:firstRow>
      <a:tcTxStyle b="on">
        <a:fontRef idx="minor">
          <a:prstClr val="black"/>
        </a:fontRef>
        <a:schemeClr val="lt1"/>
      </a:tcTxStyle>
      <a:tcStyle>
        <a:tcBdr>
          <a:bottom>
            <a:ln w="38100" cmpd="sng">
              <a:solidFill>
                <a:schemeClr val="lt1"/>
              </a:solidFill>
            </a:ln>
          </a:bottom>
        </a:tcBdr>
        <a:fill>
          <a:solidFill>
            <a:schemeClr val="accent6"/>
          </a:solidFill>
        </a:fill>
      </a:tcStyle>
    </a:firstRow>
  </a:tblStyle>
  <a:tblStyle styleId="{073A0DAA-6AF3-43AB-8588-CEC1D06C72B9}" styleName="보통 스타일 2">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dk1">
              <a:tint val="20000"/>
            </a:schemeClr>
          </a:solidFill>
        </a:fill>
      </a:tcStyle>
    </a:wholeTbl>
    <a:band1H>
      <a:tcStyle>
        <a:tcBdr/>
        <a:fill>
          <a:solidFill>
            <a:schemeClr val="dk1">
              <a:tint val="40000"/>
            </a:schemeClr>
          </a:solidFill>
        </a:fill>
      </a:tcStyle>
    </a:band1H>
    <a:band2H>
      <a:tcStyle>
        <a:tcBdr/>
      </a:tcStyle>
    </a:band2H>
    <a:band1V>
      <a:tcStyle>
        <a:tcBdr/>
        <a:fill>
          <a:solidFill>
            <a:schemeClr val="dk1">
              <a:tint val="40000"/>
            </a:schemeClr>
          </a:solidFill>
        </a:fill>
      </a:tcStyle>
    </a:band1V>
    <a:band2V>
      <a:tcStyle>
        <a:tcBdr/>
      </a:tcStyle>
    </a:band2V>
    <a:lastCol>
      <a:tcTxStyle b="on">
        <a:fontRef idx="minor">
          <a:prstClr val="black"/>
        </a:fontRef>
        <a:schemeClr val="lt1"/>
      </a:tcTxStyle>
      <a:tcStyle>
        <a:tcBdr/>
        <a:fill>
          <a:solidFill>
            <a:schemeClr val="dk1"/>
          </a:solidFill>
        </a:fill>
      </a:tcStyle>
    </a:lastCol>
    <a:firstCol>
      <a:tcTxStyle b="on">
        <a:fontRef idx="minor">
          <a:prstClr val="black"/>
        </a:fontRef>
        <a:schemeClr val="lt1"/>
      </a:tcTxStyle>
      <a:tcStyle>
        <a:tcBdr/>
        <a:fill>
          <a:solidFill>
            <a:schemeClr val="dk1"/>
          </a:solidFill>
        </a:fill>
      </a:tcStyle>
    </a:firstCol>
    <a:lastRow>
      <a:tcTxStyle b="on">
        <a:fontRef idx="minor">
          <a:prstClr val="black"/>
        </a:fontRef>
        <a:schemeClr val="lt1"/>
      </a:tcTxStyle>
      <a:tcStyle>
        <a:tcBdr>
          <a:top>
            <a:ln w="38100" cmpd="sng">
              <a:solidFill>
                <a:schemeClr val="lt1"/>
              </a:solidFill>
            </a:ln>
          </a:top>
        </a:tcBdr>
        <a:fill>
          <a:solidFill>
            <a:schemeClr val="dk1"/>
          </a:solidFill>
        </a:fill>
      </a:tcStyle>
    </a:lastRow>
    <a:firstRow>
      <a:tcTxStyle b="on">
        <a:fontRef idx="minor">
          <a:prstClr val="black"/>
        </a:fontRef>
        <a:schemeClr val="lt1"/>
      </a:tcTxStyle>
      <a:tcStyle>
        <a:tcBdr>
          <a:bottom>
            <a:ln w="38100" cmpd="sng">
              <a:solidFill>
                <a:schemeClr val="lt1"/>
              </a:solidFill>
            </a:ln>
          </a:bottom>
        </a:tcBdr>
        <a:fill>
          <a:solidFill>
            <a:schemeClr val="dk1"/>
          </a:solidFill>
        </a:fill>
      </a:tcStyle>
    </a:firstRow>
  </a:tblStyle>
  <a:tblStyle styleId="{F5AB1C69-6EDB-4FF4-983F-18BD219EF322}" styleName="보통 스타일 2 - 강조 3">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3">
              <a:tint val="20000"/>
            </a:schemeClr>
          </a:solidFill>
        </a:fill>
      </a:tcStyle>
    </a:wholeTbl>
    <a:band1H>
      <a:tcStyle>
        <a:tcBdr/>
        <a:fill>
          <a:solidFill>
            <a:schemeClr val="accent3">
              <a:tint val="40000"/>
            </a:schemeClr>
          </a:solidFill>
        </a:fill>
      </a:tcStyle>
    </a:band1H>
    <a:band2H>
      <a:tcStyle>
        <a:tcBdr/>
      </a:tcStyle>
    </a:band2H>
    <a:band1V>
      <a:tcStyle>
        <a:tcBdr/>
        <a:fill>
          <a:solidFill>
            <a:schemeClr val="accent3">
              <a:tint val="40000"/>
            </a:schemeClr>
          </a:solidFill>
        </a:fill>
      </a:tcStyle>
    </a:band1V>
    <a:band2V>
      <a:tcStyle>
        <a:tcBdr/>
      </a:tcStyle>
    </a:band2V>
    <a:lastCol>
      <a:tcTxStyle b="on">
        <a:fontRef idx="minor">
          <a:prstClr val="black"/>
        </a:fontRef>
        <a:schemeClr val="lt1"/>
      </a:tcTxStyle>
      <a:tcStyle>
        <a:tcBdr/>
        <a:fill>
          <a:solidFill>
            <a:schemeClr val="accent3"/>
          </a:solidFill>
        </a:fill>
      </a:tcStyle>
    </a:lastCol>
    <a:firstCol>
      <a:tcTxStyle b="on">
        <a:fontRef idx="minor">
          <a:prstClr val="black"/>
        </a:fontRef>
        <a:schemeClr val="lt1"/>
      </a:tcTxStyle>
      <a:tcStyle>
        <a:tcBdr/>
        <a:fill>
          <a:solidFill>
            <a:schemeClr val="accent3"/>
          </a:solidFill>
        </a:fill>
      </a:tcStyle>
    </a:firstCol>
    <a:lastRow>
      <a:tcTxStyle b="on">
        <a:fontRef idx="minor">
          <a:prstClr val="black"/>
        </a:fontRef>
        <a:schemeClr val="lt1"/>
      </a:tcTxStyle>
      <a:tcStyle>
        <a:tcBdr>
          <a:top>
            <a:ln w="38100" cmpd="sng">
              <a:solidFill>
                <a:schemeClr val="lt1"/>
              </a:solidFill>
            </a:ln>
          </a:top>
        </a:tcBdr>
        <a:fill>
          <a:solidFill>
            <a:schemeClr val="accent3"/>
          </a:solidFill>
        </a:fill>
      </a:tcStyle>
    </a:lastRow>
    <a:firstRow>
      <a:tcTxStyle b="on">
        <a:fontRef idx="minor">
          <a:prstClr val="black"/>
        </a:fontRef>
        <a:schemeClr val="lt1"/>
      </a:tcTxStyle>
      <a:tcStyle>
        <a:tcBdr>
          <a:bottom>
            <a:ln w="38100" cmpd="sng">
              <a:solidFill>
                <a:schemeClr val="lt1"/>
              </a:solidFill>
            </a:ln>
          </a:bottom>
        </a:tcBdr>
        <a:fill>
          <a:solidFill>
            <a:schemeClr val="accent3"/>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SorterView">
  <p:normalViewPr>
    <p:restoredLeft sz="13062" autoAdjust="0"/>
    <p:restoredTop sz="94297" autoAdjust="0"/>
  </p:normalViewPr>
  <p:slideViewPr>
    <p:cSldViewPr snapToGrid="0">
      <p:cViewPr>
        <p:scale>
          <a:sx n="75" d="100"/>
          <a:sy n="75" d="100"/>
        </p:scale>
        <p:origin x="1066" y="168"/>
      </p:cViewPr>
      <p:guideLst>
        <p:guide orient="horz" pos="2160"/>
        <p:guide pos="3840"/>
      </p:guideLst>
    </p:cSldViewPr>
  </p:slideViewPr>
  <p:outlineViewPr>
    <p:cViewPr>
      <p:scale>
        <a:sx n="33" d="100"/>
        <a:sy n="33" d="100"/>
      </p:scale>
      <p:origin x="0" y="-59582"/>
    </p:cViewPr>
  </p:outlineViewPr>
  <p:notesTextViewPr>
    <p:cViewPr>
      <p:scale>
        <a:sx n="3" d="2"/>
        <a:sy n="3" d="2"/>
      </p:scale>
      <p:origin x="0" y="0"/>
    </p:cViewPr>
  </p:notesTextViewPr>
  <p:sorterViewPr>
    <p:cViewPr varScale="1">
      <p:scale>
        <a:sx n="1" d="1"/>
        <a:sy n="1" d="1"/>
      </p:scale>
      <p:origin x="0" y="-1080"/>
    </p:cViewPr>
  </p:sorterViewPr>
  <p:notesViewPr>
    <p:cSldViewPr snapToGrid="0">
      <p:cViewPr varScale="1">
        <p:scale>
          <a:sx n="104" d="100"/>
          <a:sy n="104" d="100"/>
        </p:scale>
        <p:origin x="4608" y="102"/>
      </p:cViewPr>
      <p:guideLst/>
    </p:cSldViewPr>
  </p:notes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notesMaster" Target="notesMasters/notesMaster1.xml"/><Relationship Id="rId13" Type="http://schemas.openxmlformats.org/officeDocument/2006/relationships/theme" Target="theme/theme1.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viewProps" Target="viewProps.xml"/><Relationship Id="rId2" Type="http://schemas.openxmlformats.org/officeDocument/2006/relationships/slide" Target="slides/slid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presProps" Target="presProps.xml"/><Relationship Id="rId5" Type="http://schemas.openxmlformats.org/officeDocument/2006/relationships/slide" Target="slides/slide4.xml"/><Relationship Id="rId10" Type="http://schemas.openxmlformats.org/officeDocument/2006/relationships/commentAuthors" Target="commentAuthors.xml"/><Relationship Id="rId4" Type="http://schemas.openxmlformats.org/officeDocument/2006/relationships/slide" Target="slides/slide3.xml"/><Relationship Id="rId9" Type="http://schemas.openxmlformats.org/officeDocument/2006/relationships/handoutMaster" Target="handoutMasters/handoutMaster1.xml"/><Relationship Id="rId14" Type="http://schemas.openxmlformats.org/officeDocument/2006/relationships/tableStyles" Target="tableStyles.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머리글 개체 틀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pPr rtl="0"/>
            <a:endParaRPr lang="ko-KR" altLang="en-US">
              <a:latin typeface="맑은 고딕" panose="020B0503020000020004" pitchFamily="50" charset="-127"/>
              <a:ea typeface="맑은 고딕" panose="020B0503020000020004" pitchFamily="50" charset="-127"/>
            </a:endParaRPr>
          </a:p>
        </p:txBody>
      </p:sp>
      <p:sp>
        <p:nvSpPr>
          <p:cNvPr id="3" name="날짜 개체 틀 2"/>
          <p:cNvSpPr>
            <a:spLocks noGrp="1"/>
          </p:cNvSpPr>
          <p:nvPr>
            <p:ph type="dt" sz="quarter" idx="1"/>
          </p:nvPr>
        </p:nvSpPr>
        <p:spPr>
          <a:xfrm>
            <a:off x="3884613" y="0"/>
            <a:ext cx="2971800" cy="458788"/>
          </a:xfrm>
          <a:prstGeom prst="rect">
            <a:avLst/>
          </a:prstGeom>
        </p:spPr>
        <p:txBody>
          <a:bodyPr vert="horz" lIns="91440" tIns="45720" rIns="91440" bIns="45720" rtlCol="0"/>
          <a:lstStyle>
            <a:lvl1pPr algn="r">
              <a:defRPr sz="1200"/>
            </a:lvl1pPr>
          </a:lstStyle>
          <a:p>
            <a:pPr rtl="0"/>
            <a:fld id="{424059DE-6CD5-4C59-8233-088CE5808E67}" type="datetime1">
              <a:rPr lang="ko-KR" altLang="en-US" smtClean="0">
                <a:latin typeface="맑은 고딕" panose="020B0503020000020004" pitchFamily="50" charset="-127"/>
                <a:ea typeface="맑은 고딕" panose="020B0503020000020004" pitchFamily="50" charset="-127"/>
              </a:rPr>
              <a:t>2026-06-18</a:t>
            </a:fld>
            <a:endParaRPr lang="ko-KR" altLang="en-US">
              <a:latin typeface="맑은 고딕" panose="020B0503020000020004" pitchFamily="50" charset="-127"/>
              <a:ea typeface="맑은 고딕" panose="020B0503020000020004" pitchFamily="50" charset="-127"/>
            </a:endParaRPr>
          </a:p>
        </p:txBody>
      </p:sp>
      <p:sp>
        <p:nvSpPr>
          <p:cNvPr id="4" name="바닥글 개체 틀 3"/>
          <p:cNvSpPr>
            <a:spLocks noGrp="1"/>
          </p:cNvSpPr>
          <p:nvPr>
            <p:ph type="ftr" sz="quarter" idx="2"/>
          </p:nvPr>
        </p:nvSpPr>
        <p:spPr>
          <a:xfrm>
            <a:off x="0" y="8685213"/>
            <a:ext cx="2971800" cy="458787"/>
          </a:xfrm>
          <a:prstGeom prst="rect">
            <a:avLst/>
          </a:prstGeom>
        </p:spPr>
        <p:txBody>
          <a:bodyPr vert="horz" lIns="91440" tIns="45720" rIns="91440" bIns="45720" rtlCol="0" anchor="b"/>
          <a:lstStyle>
            <a:lvl1pPr algn="l">
              <a:defRPr sz="1200"/>
            </a:lvl1pPr>
          </a:lstStyle>
          <a:p>
            <a:pPr rtl="0"/>
            <a:endParaRPr lang="ko-KR" altLang="en-US">
              <a:latin typeface="맑은 고딕" panose="020B0503020000020004" pitchFamily="50" charset="-127"/>
              <a:ea typeface="맑은 고딕" panose="020B0503020000020004" pitchFamily="50" charset="-127"/>
            </a:endParaRPr>
          </a:p>
        </p:txBody>
      </p:sp>
      <p:sp>
        <p:nvSpPr>
          <p:cNvPr id="5" name="슬라이드 번호 개체 틀 4"/>
          <p:cNvSpPr>
            <a:spLocks noGrp="1"/>
          </p:cNvSpPr>
          <p:nvPr>
            <p:ph type="sldNum" sz="quarter" idx="3"/>
          </p:nvPr>
        </p:nvSpPr>
        <p:spPr>
          <a:xfrm>
            <a:off x="3884613" y="8685213"/>
            <a:ext cx="2971800" cy="458787"/>
          </a:xfrm>
          <a:prstGeom prst="rect">
            <a:avLst/>
          </a:prstGeom>
        </p:spPr>
        <p:txBody>
          <a:bodyPr vert="horz" lIns="91440" tIns="45720" rIns="91440" bIns="45720" rtlCol="0" anchor="b"/>
          <a:lstStyle>
            <a:lvl1pPr algn="r">
              <a:defRPr sz="1200"/>
            </a:lvl1pPr>
          </a:lstStyle>
          <a:p>
            <a:pPr rtl="0"/>
            <a:fld id="{9C679768-A2FC-4D08-91F6-8DCE6C566B36}" type="slidenum">
              <a:rPr lang="en-US" altLang="ko-KR" smtClean="0">
                <a:latin typeface="맑은 고딕" panose="020B0503020000020004" pitchFamily="50" charset="-127"/>
                <a:ea typeface="맑은 고딕" panose="020B0503020000020004" pitchFamily="50" charset="-127"/>
              </a:rPr>
              <a:t>‹#›</a:t>
            </a:fld>
            <a:endParaRPr lang="ko-KR" altLang="en-US">
              <a:latin typeface="맑은 고딕" panose="020B0503020000020004" pitchFamily="50" charset="-127"/>
              <a:ea typeface="맑은 고딕" panose="020B0503020000020004" pitchFamily="50" charset="-127"/>
            </a:endParaRPr>
          </a:p>
        </p:txBody>
      </p:sp>
    </p:spTree>
    <p:extLst>
      <p:ext uri="{BB962C8B-B14F-4D97-AF65-F5344CB8AC3E}">
        <p14:creationId xmlns:p14="http://schemas.microsoft.com/office/powerpoint/2010/main" val="1830255166"/>
      </p:ext>
    </p:extLst>
  </p:cSld>
  <p:clrMap bg1="lt1" tx1="dk1" bg2="lt2" tx2="dk2" accent1="accent1" accent2="accent2" accent3="accent3" accent4="accent4" accent5="accent5" accent6="accent6" hlink="hlink" folHlink="folHlink"/>
  <p:hf hdr="0" ftr="0" dt="0"/>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머리글 개체 틀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atin typeface="맑은 고딕" panose="020B0503020000020004" pitchFamily="50" charset="-127"/>
                <a:ea typeface="맑은 고딕" panose="020B0503020000020004" pitchFamily="50" charset="-127"/>
              </a:defRPr>
            </a:lvl1pPr>
          </a:lstStyle>
          <a:p>
            <a:endParaRPr lang="ko-KR" altLang="en-US" noProof="0"/>
          </a:p>
        </p:txBody>
      </p:sp>
      <p:sp>
        <p:nvSpPr>
          <p:cNvPr id="3" name="날짜 개체 틀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atin typeface="맑은 고딕" panose="020B0503020000020004" pitchFamily="50" charset="-127"/>
                <a:ea typeface="맑은 고딕" panose="020B0503020000020004" pitchFamily="50" charset="-127"/>
              </a:defRPr>
            </a:lvl1pPr>
          </a:lstStyle>
          <a:p>
            <a:fld id="{43E1C3DD-4A19-441D-907C-380838DB51C4}" type="datetime1">
              <a:rPr lang="ko-KR" altLang="en-US" noProof="0" smtClean="0"/>
              <a:t>2026-06-18</a:t>
            </a:fld>
            <a:endParaRPr lang="ko-KR" altLang="en-US" noProof="0"/>
          </a:p>
        </p:txBody>
      </p:sp>
      <p:sp>
        <p:nvSpPr>
          <p:cNvPr id="4" name="슬라이드 이미지 개체 틀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pPr rtl="0"/>
            <a:endParaRPr lang="ko-KR" altLang="en-US" noProof="0"/>
          </a:p>
        </p:txBody>
      </p:sp>
      <p:sp>
        <p:nvSpPr>
          <p:cNvPr id="5" name="슬라이드 노트 개체 틀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rtl="0"/>
            <a:r>
              <a:rPr lang="ko-KR" altLang="en-US" noProof="0" dirty="0"/>
              <a:t>마스터 텍스트 스타일을 편집하려면 클릭하세요</a:t>
            </a:r>
            <a:r>
              <a:rPr lang="en-US" altLang="ko-KR" noProof="0" dirty="0"/>
              <a:t>.</a:t>
            </a:r>
          </a:p>
          <a:p>
            <a:pPr lvl="1" rtl="0"/>
            <a:r>
              <a:rPr lang="ko-KR" altLang="en-US" noProof="0" dirty="0"/>
              <a:t>둘째 수준</a:t>
            </a:r>
          </a:p>
          <a:p>
            <a:pPr lvl="2" rtl="0"/>
            <a:r>
              <a:rPr lang="ko-KR" altLang="en-US" noProof="0" dirty="0"/>
              <a:t>셋째 수준</a:t>
            </a:r>
          </a:p>
          <a:p>
            <a:pPr lvl="3" rtl="0"/>
            <a:r>
              <a:rPr lang="ko-KR" altLang="en-US" noProof="0" dirty="0"/>
              <a:t>넷째 수준</a:t>
            </a:r>
          </a:p>
          <a:p>
            <a:pPr lvl="4" rtl="0"/>
            <a:r>
              <a:rPr lang="ko-KR" altLang="en-US" noProof="0" dirty="0"/>
              <a:t>다섯째 수준</a:t>
            </a:r>
          </a:p>
        </p:txBody>
      </p:sp>
      <p:sp>
        <p:nvSpPr>
          <p:cNvPr id="6" name="바닥글 개체 틀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atin typeface="맑은 고딕" panose="020B0503020000020004" pitchFamily="50" charset="-127"/>
                <a:ea typeface="맑은 고딕" panose="020B0503020000020004" pitchFamily="50" charset="-127"/>
              </a:defRPr>
            </a:lvl1pPr>
          </a:lstStyle>
          <a:p>
            <a:endParaRPr lang="ko-KR" altLang="en-US" noProof="0"/>
          </a:p>
        </p:txBody>
      </p:sp>
      <p:sp>
        <p:nvSpPr>
          <p:cNvPr id="7" name="슬라이드 번호 개체 틀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atin typeface="맑은 고딕" panose="020B0503020000020004" pitchFamily="50" charset="-127"/>
                <a:ea typeface="맑은 고딕" panose="020B0503020000020004" pitchFamily="50" charset="-127"/>
              </a:defRPr>
            </a:lvl1pPr>
          </a:lstStyle>
          <a:p>
            <a:fld id="{DF61EA0F-A667-4B49-8422-0062BC55E249}" type="slidenum">
              <a:rPr lang="en-US" altLang="ko-KR" noProof="0" smtClean="0"/>
              <a:pPr/>
              <a:t>‹#›</a:t>
            </a:fld>
            <a:endParaRPr lang="ko-KR" altLang="en-US" noProof="0"/>
          </a:p>
        </p:txBody>
      </p:sp>
    </p:spTree>
    <p:extLst>
      <p:ext uri="{BB962C8B-B14F-4D97-AF65-F5344CB8AC3E}">
        <p14:creationId xmlns:p14="http://schemas.microsoft.com/office/powerpoint/2010/main" val="3381910297"/>
      </p:ext>
    </p:extLst>
  </p:cSld>
  <p:clrMap bg1="lt1" tx1="dk1" bg2="lt2" tx2="dk2" accent1="accent1" accent2="accent2" accent3="accent3" accent4="accent4" accent5="accent5" accent6="accent6" hlink="hlink" folHlink="folHlink"/>
  <p:hf hdr="0" ftr="0" dt="0"/>
  <p:notesStyle>
    <a:lvl1pPr marL="0" algn="l" defTabSz="914400" rtl="0" eaLnBrk="1" latinLnBrk="0" hangingPunct="1">
      <a:defRPr sz="1200" kern="1200">
        <a:solidFill>
          <a:schemeClr val="tx1"/>
        </a:solidFill>
        <a:latin typeface="맑은 고딕" panose="020B0503020000020004" pitchFamily="50" charset="-127"/>
        <a:ea typeface="맑은 고딕" panose="020B0503020000020004" pitchFamily="50" charset="-127"/>
        <a:cs typeface="+mn-cs"/>
      </a:defRPr>
    </a:lvl1pPr>
    <a:lvl2pPr marL="457200" algn="l" defTabSz="914400" rtl="0" eaLnBrk="1" latinLnBrk="0" hangingPunct="1">
      <a:defRPr sz="1200" kern="1200">
        <a:solidFill>
          <a:schemeClr val="tx1"/>
        </a:solidFill>
        <a:latin typeface="맑은 고딕" panose="020B0503020000020004" pitchFamily="50" charset="-127"/>
        <a:ea typeface="맑은 고딕" panose="020B0503020000020004" pitchFamily="50" charset="-127"/>
        <a:cs typeface="+mn-cs"/>
      </a:defRPr>
    </a:lvl2pPr>
    <a:lvl3pPr marL="914400" algn="l" defTabSz="914400" rtl="0" eaLnBrk="1" latinLnBrk="0" hangingPunct="1">
      <a:defRPr sz="1200" kern="1200">
        <a:solidFill>
          <a:schemeClr val="tx1"/>
        </a:solidFill>
        <a:latin typeface="맑은 고딕" panose="020B0503020000020004" pitchFamily="50" charset="-127"/>
        <a:ea typeface="맑은 고딕" panose="020B0503020000020004" pitchFamily="50" charset="-127"/>
        <a:cs typeface="+mn-cs"/>
      </a:defRPr>
    </a:lvl3pPr>
    <a:lvl4pPr marL="1371600" algn="l" defTabSz="914400" rtl="0" eaLnBrk="1" latinLnBrk="0" hangingPunct="1">
      <a:defRPr sz="1200" kern="1200">
        <a:solidFill>
          <a:schemeClr val="tx1"/>
        </a:solidFill>
        <a:latin typeface="맑은 고딕" panose="020B0503020000020004" pitchFamily="50" charset="-127"/>
        <a:ea typeface="맑은 고딕" panose="020B0503020000020004" pitchFamily="50" charset="-127"/>
        <a:cs typeface="+mn-cs"/>
      </a:defRPr>
    </a:lvl4pPr>
    <a:lvl5pPr marL="1828800" algn="l" defTabSz="914400" rtl="0" eaLnBrk="1" latinLnBrk="0" hangingPunct="1">
      <a:defRPr sz="1200" kern="1200">
        <a:solidFill>
          <a:schemeClr val="tx1"/>
        </a:solidFill>
        <a:latin typeface="맑은 고딕" panose="020B0503020000020004" pitchFamily="50" charset="-127"/>
        <a:ea typeface="맑은 고딕" panose="020B0503020000020004" pitchFamily="50" charset="-127"/>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슬라이드 이미지 개체 틀 1"/>
          <p:cNvSpPr>
            <a:spLocks noGrp="1" noRot="1" noChangeAspect="1"/>
          </p:cNvSpPr>
          <p:nvPr>
            <p:ph type="sldImg"/>
          </p:nvPr>
        </p:nvSpPr>
        <p:spPr>
          <a:xfrm>
            <a:off x="685800" y="1143000"/>
            <a:ext cx="5486400" cy="3086100"/>
          </a:xfrm>
        </p:spPr>
      </p:sp>
      <p:sp>
        <p:nvSpPr>
          <p:cNvPr id="3" name="슬라이드 노트 개체 틀 2"/>
          <p:cNvSpPr>
            <a:spLocks noGrp="1"/>
          </p:cNvSpPr>
          <p:nvPr>
            <p:ph type="body" idx="1"/>
          </p:nvPr>
        </p:nvSpPr>
        <p:spPr/>
        <p:txBody>
          <a:bodyPr rtlCol="0"/>
          <a:lstStyle/>
          <a:p>
            <a:pPr rtl="0"/>
            <a:endParaRPr lang="ko-KR" altLang="en-US">
              <a:latin typeface="맑은 고딕" panose="020B0503020000020004" pitchFamily="50" charset="-127"/>
              <a:ea typeface="맑은 고딕" panose="020B0503020000020004" pitchFamily="50" charset="-127"/>
            </a:endParaRPr>
          </a:p>
        </p:txBody>
      </p:sp>
      <p:sp>
        <p:nvSpPr>
          <p:cNvPr id="4" name="슬라이드 번호 개체 틀 3"/>
          <p:cNvSpPr>
            <a:spLocks noGrp="1"/>
          </p:cNvSpPr>
          <p:nvPr>
            <p:ph type="sldNum" sz="quarter" idx="10"/>
          </p:nvPr>
        </p:nvSpPr>
        <p:spPr/>
        <p:txBody>
          <a:bodyPr rtlCol="0"/>
          <a:lstStyle/>
          <a:p>
            <a:pPr rtl="0"/>
            <a:fld id="{DF61EA0F-A667-4B49-8422-0062BC55E249}" type="slidenum">
              <a:rPr lang="en-US" altLang="ko-KR" smtClean="0">
                <a:latin typeface="맑은 고딕" panose="020B0503020000020004" pitchFamily="50" charset="-127"/>
                <a:ea typeface="맑은 고딕" panose="020B0503020000020004" pitchFamily="50" charset="-127"/>
              </a:rPr>
              <a:t>1</a:t>
            </a:fld>
            <a:endParaRPr lang="ko-KR" altLang="en-US">
              <a:latin typeface="맑은 고딕" panose="020B0503020000020004" pitchFamily="50" charset="-127"/>
              <a:ea typeface="맑은 고딕" panose="020B0503020000020004" pitchFamily="50" charset="-127"/>
            </a:endParaRPr>
          </a:p>
        </p:txBody>
      </p:sp>
    </p:spTree>
    <p:extLst>
      <p:ext uri="{BB962C8B-B14F-4D97-AF65-F5344CB8AC3E}">
        <p14:creationId xmlns:p14="http://schemas.microsoft.com/office/powerpoint/2010/main" val="1011769815"/>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userDrawn="1">
  <p:cSld name="제목 슬라이드">
    <p:spTree>
      <p:nvGrpSpPr>
        <p:cNvPr id="1" name=""/>
        <p:cNvGrpSpPr/>
        <p:nvPr/>
      </p:nvGrpSpPr>
      <p:grpSpPr>
        <a:xfrm>
          <a:off x="0" y="0"/>
          <a:ext cx="0" cy="0"/>
          <a:chOff x="0" y="0"/>
          <a:chExt cx="0" cy="0"/>
        </a:xfrm>
      </p:grpSpPr>
      <p:sp>
        <p:nvSpPr>
          <p:cNvPr id="7" name="직사각형 6"/>
          <p:cNvSpPr/>
          <p:nvPr userDrawn="1"/>
        </p:nvSpPr>
        <p:spPr bwMode="blackWhite">
          <a:xfrm>
            <a:off x="254950" y="262784"/>
            <a:ext cx="11682101" cy="6332433"/>
          </a:xfrm>
          <a:prstGeom prst="rect">
            <a:avLst/>
          </a:prstGeom>
          <a:solidFill>
            <a:srgbClr val="D2472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rtl="0"/>
            <a:endParaRPr lang="ko-KR" altLang="en-US" sz="1800" noProof="0">
              <a:latin typeface="맑은 고딕" panose="020B0503020000020004" pitchFamily="50" charset="-127"/>
              <a:ea typeface="맑은 고딕" panose="020B0503020000020004" pitchFamily="50" charset="-127"/>
            </a:endParaRPr>
          </a:p>
        </p:txBody>
      </p:sp>
      <p:sp>
        <p:nvSpPr>
          <p:cNvPr id="2" name="제목 1"/>
          <p:cNvSpPr>
            <a:spLocks noGrp="1"/>
          </p:cNvSpPr>
          <p:nvPr>
            <p:ph type="title"/>
          </p:nvPr>
        </p:nvSpPr>
        <p:spPr/>
        <p:txBody>
          <a:bodyPr rtlCol="0"/>
          <a:lstStyle>
            <a:lvl1pPr>
              <a:defRPr>
                <a:latin typeface="맑은 고딕" panose="020B0503020000020004" pitchFamily="50" charset="-127"/>
                <a:ea typeface="맑은 고딕" panose="020B0503020000020004" pitchFamily="50" charset="-127"/>
              </a:defRPr>
            </a:lvl1pPr>
          </a:lstStyle>
          <a:p>
            <a:pPr rtl="0"/>
            <a:r>
              <a:rPr lang="ko-KR" altLang="en-US" noProof="0"/>
              <a:t>마스터 제목 스타일 편집</a:t>
            </a:r>
          </a:p>
        </p:txBody>
      </p:sp>
    </p:spTree>
    <p:extLst>
      <p:ext uri="{BB962C8B-B14F-4D97-AF65-F5344CB8AC3E}">
        <p14:creationId xmlns:p14="http://schemas.microsoft.com/office/powerpoint/2010/main" val="1718549498"/>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userDrawn="1">
  <p:cSld name="제목 및 내용">
    <p:spTree>
      <p:nvGrpSpPr>
        <p:cNvPr id="1" name=""/>
        <p:cNvGrpSpPr/>
        <p:nvPr/>
      </p:nvGrpSpPr>
      <p:grpSpPr>
        <a:xfrm>
          <a:off x="0" y="0"/>
          <a:ext cx="0" cy="0"/>
          <a:chOff x="0" y="0"/>
          <a:chExt cx="0" cy="0"/>
        </a:xfrm>
      </p:grpSpPr>
      <p:sp>
        <p:nvSpPr>
          <p:cNvPr id="9" name="직사각형 8"/>
          <p:cNvSpPr/>
          <p:nvPr userDrawn="1"/>
        </p:nvSpPr>
        <p:spPr>
          <a:xfrm>
            <a:off x="256032" y="265176"/>
            <a:ext cx="11683049" cy="6332433"/>
          </a:xfrm>
          <a:prstGeom prst="rect">
            <a:avLst/>
          </a:prstGeom>
          <a:solidFill>
            <a:srgbClr val="F5F5F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b" anchorCtr="0"/>
          <a:lstStyle/>
          <a:p>
            <a:pPr algn="ctr" rtl="0"/>
            <a:endParaRPr lang="ko-KR" altLang="en-US" sz="1800" noProof="0">
              <a:latin typeface="맑은 고딕" panose="020B0503020000020004" pitchFamily="50" charset="-127"/>
              <a:ea typeface="맑은 고딕" panose="020B0503020000020004" pitchFamily="50" charset="-127"/>
            </a:endParaRPr>
          </a:p>
        </p:txBody>
      </p:sp>
      <p:cxnSp>
        <p:nvCxnSpPr>
          <p:cNvPr id="12" name="직선 연결선(S) 11"/>
          <p:cNvCxnSpPr/>
          <p:nvPr userDrawn="1"/>
        </p:nvCxnSpPr>
        <p:spPr>
          <a:xfrm>
            <a:off x="604434" y="1196392"/>
            <a:ext cx="10983132" cy="0"/>
          </a:xfrm>
          <a:prstGeom prst="line">
            <a:avLst/>
          </a:prstGeom>
          <a:ln w="25400">
            <a:solidFill>
              <a:srgbClr val="D24726"/>
            </a:solidFill>
          </a:ln>
        </p:spPr>
        <p:style>
          <a:lnRef idx="1">
            <a:schemeClr val="accent1"/>
          </a:lnRef>
          <a:fillRef idx="0">
            <a:schemeClr val="accent1"/>
          </a:fillRef>
          <a:effectRef idx="0">
            <a:schemeClr val="accent1"/>
          </a:effectRef>
          <a:fontRef idx="minor">
            <a:schemeClr val="tx1"/>
          </a:fontRef>
        </p:style>
      </p:cxnSp>
      <p:sp>
        <p:nvSpPr>
          <p:cNvPr id="4" name="제목 3"/>
          <p:cNvSpPr>
            <a:spLocks noGrp="1"/>
          </p:cNvSpPr>
          <p:nvPr>
            <p:ph type="title"/>
          </p:nvPr>
        </p:nvSpPr>
        <p:spPr>
          <a:xfrm>
            <a:off x="521207" y="448056"/>
            <a:ext cx="6877119" cy="640080"/>
          </a:xfrm>
        </p:spPr>
        <p:txBody>
          <a:bodyPr rtlCol="0" anchor="b" anchorCtr="0">
            <a:normAutofit/>
          </a:bodyPr>
          <a:lstStyle>
            <a:lvl1pPr>
              <a:defRPr sz="2800">
                <a:solidFill>
                  <a:schemeClr val="bg2">
                    <a:lumMod val="25000"/>
                  </a:schemeClr>
                </a:solidFill>
                <a:latin typeface="맑은 고딕" panose="020B0503020000020004" pitchFamily="50" charset="-127"/>
                <a:ea typeface="맑은 고딕" panose="020B0503020000020004" pitchFamily="50" charset="-127"/>
              </a:defRPr>
            </a:lvl1pPr>
          </a:lstStyle>
          <a:p>
            <a:pPr rtl="0"/>
            <a:r>
              <a:rPr lang="ko-KR" altLang="en-US" noProof="0"/>
              <a:t>마스터 제목 스타일 편집</a:t>
            </a:r>
          </a:p>
        </p:txBody>
      </p:sp>
      <p:sp>
        <p:nvSpPr>
          <p:cNvPr id="3" name="내용 개체 틀 2"/>
          <p:cNvSpPr>
            <a:spLocks noGrp="1"/>
          </p:cNvSpPr>
          <p:nvPr>
            <p:ph sz="quarter" idx="10" hasCustomPrompt="1"/>
          </p:nvPr>
        </p:nvSpPr>
        <p:spPr>
          <a:xfrm>
            <a:off x="539496" y="1435608"/>
            <a:ext cx="4416552" cy="3977640"/>
          </a:xfrm>
        </p:spPr>
        <p:txBody>
          <a:bodyPr vert="horz" lIns="91440" tIns="45720" rIns="91440" bIns="45720" rtlCol="0">
            <a:normAutofit/>
          </a:bodyPr>
          <a:lstStyle>
            <a:lvl1pPr>
              <a:defRPr lang="en-US" sz="1200" smtClean="0">
                <a:solidFill>
                  <a:schemeClr val="tx1">
                    <a:lumMod val="75000"/>
                    <a:lumOff val="25000"/>
                  </a:schemeClr>
                </a:solidFill>
                <a:latin typeface="맑은 고딕" panose="020B0503020000020004" pitchFamily="50" charset="-127"/>
                <a:ea typeface="맑은 고딕" panose="020B0503020000020004" pitchFamily="50" charset="-127"/>
              </a:defRPr>
            </a:lvl1pPr>
            <a:lvl2pPr>
              <a:defRPr lang="en-US" sz="1200" smtClean="0">
                <a:solidFill>
                  <a:schemeClr val="tx1">
                    <a:lumMod val="75000"/>
                    <a:lumOff val="25000"/>
                  </a:schemeClr>
                </a:solidFill>
                <a:latin typeface="맑은 고딕" panose="020B0503020000020004" pitchFamily="50" charset="-127"/>
                <a:ea typeface="맑은 고딕" panose="020B0503020000020004" pitchFamily="50" charset="-127"/>
              </a:defRPr>
            </a:lvl2pPr>
            <a:lvl3pPr>
              <a:defRPr lang="en-US" sz="1200" smtClean="0">
                <a:solidFill>
                  <a:schemeClr val="tx1">
                    <a:lumMod val="75000"/>
                    <a:lumOff val="25000"/>
                  </a:schemeClr>
                </a:solidFill>
                <a:latin typeface="맑은 고딕" panose="020B0503020000020004" pitchFamily="50" charset="-127"/>
                <a:ea typeface="맑은 고딕" panose="020B0503020000020004" pitchFamily="50" charset="-127"/>
              </a:defRPr>
            </a:lvl3pPr>
            <a:lvl4pPr>
              <a:defRPr lang="en-US" sz="1200" smtClean="0">
                <a:solidFill>
                  <a:schemeClr val="tx1">
                    <a:lumMod val="75000"/>
                    <a:lumOff val="25000"/>
                  </a:schemeClr>
                </a:solidFill>
                <a:latin typeface="맑은 고딕" panose="020B0503020000020004" pitchFamily="50" charset="-127"/>
                <a:ea typeface="맑은 고딕" panose="020B0503020000020004" pitchFamily="50" charset="-127"/>
              </a:defRPr>
            </a:lvl4pPr>
            <a:lvl5pPr>
              <a:defRPr lang="en-US" sz="1200">
                <a:solidFill>
                  <a:schemeClr val="tx1">
                    <a:lumMod val="75000"/>
                    <a:lumOff val="25000"/>
                  </a:schemeClr>
                </a:solidFill>
                <a:latin typeface="맑은 고딕" panose="020B0503020000020004" pitchFamily="50" charset="-127"/>
                <a:ea typeface="맑은 고딕" panose="020B0503020000020004" pitchFamily="50" charset="-127"/>
              </a:defRPr>
            </a:lvl5pPr>
          </a:lstStyle>
          <a:p>
            <a:pPr marL="0" lvl="0" indent="0" rtl="0">
              <a:lnSpc>
                <a:spcPct val="150000"/>
              </a:lnSpc>
              <a:spcBef>
                <a:spcPts val="1000"/>
              </a:spcBef>
              <a:spcAft>
                <a:spcPts val="1200"/>
              </a:spcAft>
              <a:buNone/>
            </a:pPr>
            <a:r>
              <a:rPr lang="ko-KR" altLang="en-US" noProof="0"/>
              <a:t>마스터 텍스트 스타일을 편집하려면 클릭하세요</a:t>
            </a:r>
            <a:r>
              <a:rPr lang="en-US" altLang="ko-KR" noProof="0"/>
              <a:t>.</a:t>
            </a:r>
          </a:p>
          <a:p>
            <a:pPr marL="0" lvl="1" indent="0" rtl="0">
              <a:lnSpc>
                <a:spcPct val="150000"/>
              </a:lnSpc>
              <a:spcBef>
                <a:spcPts val="1000"/>
              </a:spcBef>
              <a:spcAft>
                <a:spcPts val="1200"/>
              </a:spcAft>
              <a:buNone/>
            </a:pPr>
            <a:r>
              <a:rPr lang="ko-KR" altLang="en-US" noProof="0"/>
              <a:t>둘째 수준</a:t>
            </a:r>
          </a:p>
          <a:p>
            <a:pPr marL="0" lvl="2" indent="0" rtl="0">
              <a:lnSpc>
                <a:spcPct val="150000"/>
              </a:lnSpc>
              <a:spcBef>
                <a:spcPts val="1000"/>
              </a:spcBef>
              <a:spcAft>
                <a:spcPts val="1200"/>
              </a:spcAft>
              <a:buNone/>
            </a:pPr>
            <a:r>
              <a:rPr lang="ko-KR" altLang="en-US" noProof="0"/>
              <a:t>셋째 수준</a:t>
            </a:r>
          </a:p>
          <a:p>
            <a:pPr marL="0" lvl="3" indent="0" rtl="0">
              <a:lnSpc>
                <a:spcPct val="150000"/>
              </a:lnSpc>
              <a:spcBef>
                <a:spcPts val="1000"/>
              </a:spcBef>
              <a:spcAft>
                <a:spcPts val="1200"/>
              </a:spcAft>
              <a:buNone/>
            </a:pPr>
            <a:r>
              <a:rPr lang="ko-KR" altLang="en-US" noProof="0"/>
              <a:t>넷째 수준</a:t>
            </a:r>
          </a:p>
          <a:p>
            <a:pPr marL="0" lvl="4" indent="0" rtl="0">
              <a:lnSpc>
                <a:spcPct val="150000"/>
              </a:lnSpc>
              <a:spcBef>
                <a:spcPts val="1000"/>
              </a:spcBef>
              <a:spcAft>
                <a:spcPts val="1200"/>
              </a:spcAft>
              <a:buNone/>
            </a:pPr>
            <a:r>
              <a:rPr lang="ko-KR" altLang="en-US" noProof="0"/>
              <a:t>다섯째 수준</a:t>
            </a:r>
          </a:p>
        </p:txBody>
      </p:sp>
      <p:sp>
        <p:nvSpPr>
          <p:cNvPr id="6" name="날짜 개체 틀 3"/>
          <p:cNvSpPr>
            <a:spLocks noGrp="1"/>
          </p:cNvSpPr>
          <p:nvPr>
            <p:ph type="dt" sz="half" idx="2"/>
          </p:nvPr>
        </p:nvSpPr>
        <p:spPr>
          <a:xfrm>
            <a:off x="539496" y="6203952"/>
            <a:ext cx="3276600" cy="365125"/>
          </a:xfrm>
          <a:prstGeom prst="rect">
            <a:avLst/>
          </a:prstGeom>
        </p:spPr>
        <p:txBody>
          <a:bodyPr vert="horz" lIns="91440" tIns="45720" rIns="91440" bIns="45720" rtlCol="0" anchor="ctr"/>
          <a:lstStyle>
            <a:lvl1pPr algn="l">
              <a:defRPr sz="1200" baseline="0">
                <a:solidFill>
                  <a:schemeClr val="tx1">
                    <a:lumMod val="65000"/>
                    <a:lumOff val="35000"/>
                  </a:schemeClr>
                </a:solidFill>
                <a:latin typeface="맑은 고딕" panose="020B0503020000020004" pitchFamily="50" charset="-127"/>
                <a:ea typeface="맑은 고딕" panose="020B0503020000020004" pitchFamily="50" charset="-127"/>
              </a:defRPr>
            </a:lvl1pPr>
          </a:lstStyle>
          <a:p>
            <a:fld id="{990475B5-67CA-4281-BDCA-DA943C3C8EB3}" type="datetime1">
              <a:rPr lang="ko-KR" altLang="en-US" noProof="0" smtClean="0"/>
              <a:t>2026-06-18</a:t>
            </a:fld>
            <a:endParaRPr lang="ko-KR" altLang="en-US" noProof="0"/>
          </a:p>
        </p:txBody>
      </p:sp>
      <p:sp>
        <p:nvSpPr>
          <p:cNvPr id="7" name="바닥글 개체 틀 4"/>
          <p:cNvSpPr>
            <a:spLocks noGrp="1"/>
          </p:cNvSpPr>
          <p:nvPr>
            <p:ph type="ftr" sz="quarter" idx="3"/>
          </p:nvPr>
        </p:nvSpPr>
        <p:spPr>
          <a:xfrm>
            <a:off x="4648200" y="6203952"/>
            <a:ext cx="2895600" cy="365125"/>
          </a:xfrm>
          <a:prstGeom prst="rect">
            <a:avLst/>
          </a:prstGeom>
        </p:spPr>
        <p:txBody>
          <a:bodyPr vert="horz" lIns="91440" tIns="45720" rIns="91440" bIns="45720" rtlCol="0" anchor="ctr"/>
          <a:lstStyle>
            <a:lvl1pPr algn="ctr">
              <a:defRPr sz="1200" baseline="0">
                <a:solidFill>
                  <a:schemeClr val="tx1">
                    <a:lumMod val="65000"/>
                    <a:lumOff val="35000"/>
                  </a:schemeClr>
                </a:solidFill>
                <a:latin typeface="맑은 고딕" panose="020B0503020000020004" pitchFamily="50" charset="-127"/>
                <a:ea typeface="맑은 고딕" panose="020B0503020000020004" pitchFamily="50" charset="-127"/>
              </a:defRPr>
            </a:lvl1pPr>
          </a:lstStyle>
          <a:p>
            <a:endParaRPr lang="ko-KR" altLang="en-US" noProof="0"/>
          </a:p>
        </p:txBody>
      </p:sp>
      <p:sp>
        <p:nvSpPr>
          <p:cNvPr id="8" name="슬라이드 번호 개체 틀 5"/>
          <p:cNvSpPr>
            <a:spLocks noGrp="1"/>
          </p:cNvSpPr>
          <p:nvPr>
            <p:ph type="sldNum" sz="quarter" idx="4"/>
          </p:nvPr>
        </p:nvSpPr>
        <p:spPr>
          <a:xfrm>
            <a:off x="8371926" y="6203952"/>
            <a:ext cx="3276600" cy="365125"/>
          </a:xfrm>
          <a:prstGeom prst="rect">
            <a:avLst/>
          </a:prstGeom>
        </p:spPr>
        <p:txBody>
          <a:bodyPr vert="horz" lIns="91440" tIns="45720" rIns="91440" bIns="45720" rtlCol="0" anchor="ctr"/>
          <a:lstStyle>
            <a:lvl1pPr algn="r">
              <a:defRPr sz="1200" baseline="0">
                <a:solidFill>
                  <a:schemeClr val="tx1">
                    <a:lumMod val="65000"/>
                    <a:lumOff val="35000"/>
                  </a:schemeClr>
                </a:solidFill>
                <a:latin typeface="맑은 고딕" panose="020B0503020000020004" pitchFamily="50" charset="-127"/>
                <a:ea typeface="맑은 고딕" panose="020B0503020000020004" pitchFamily="50" charset="-127"/>
              </a:defRPr>
            </a:lvl1pPr>
          </a:lstStyle>
          <a:p>
            <a:fld id="{9860EDB8-5305-433F-BE41-D7A86D811DB3}" type="slidenum">
              <a:rPr lang="en-US" altLang="ko-KR" noProof="0" smtClean="0"/>
              <a:pPr/>
              <a:t>‹#›</a:t>
            </a:fld>
            <a:endParaRPr lang="ko-KR" altLang="en-US" noProof="0"/>
          </a:p>
        </p:txBody>
      </p:sp>
    </p:spTree>
    <p:extLst>
      <p:ext uri="{BB962C8B-B14F-4D97-AF65-F5344CB8AC3E}">
        <p14:creationId xmlns:p14="http://schemas.microsoft.com/office/powerpoint/2010/main" val="2185836540"/>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userDrawn="1">
  <p:cSld name="구역 머리글">
    <p:spTree>
      <p:nvGrpSpPr>
        <p:cNvPr id="1" name=""/>
        <p:cNvGrpSpPr/>
        <p:nvPr/>
      </p:nvGrpSpPr>
      <p:grpSpPr>
        <a:xfrm>
          <a:off x="0" y="0"/>
          <a:ext cx="0" cy="0"/>
          <a:chOff x="0" y="0"/>
          <a:chExt cx="0" cy="0"/>
        </a:xfrm>
      </p:grpSpPr>
      <p:sp>
        <p:nvSpPr>
          <p:cNvPr id="9" name="직사각형 8"/>
          <p:cNvSpPr/>
          <p:nvPr userDrawn="1"/>
        </p:nvSpPr>
        <p:spPr>
          <a:xfrm>
            <a:off x="254951" y="262784"/>
            <a:ext cx="11683049" cy="6332433"/>
          </a:xfrm>
          <a:prstGeom prst="rect">
            <a:avLst/>
          </a:prstGeom>
          <a:solidFill>
            <a:srgbClr val="F5F5F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rtl="0"/>
            <a:endParaRPr lang="ko-KR" altLang="en-US" sz="1800" noProof="0">
              <a:latin typeface="맑은 고딕" panose="020B0503020000020004" pitchFamily="50" charset="-127"/>
              <a:ea typeface="맑은 고딕" panose="020B0503020000020004" pitchFamily="50" charset="-127"/>
            </a:endParaRPr>
          </a:p>
        </p:txBody>
      </p:sp>
      <p:sp>
        <p:nvSpPr>
          <p:cNvPr id="10" name="직사각형 9"/>
          <p:cNvSpPr/>
          <p:nvPr userDrawn="1"/>
        </p:nvSpPr>
        <p:spPr bwMode="blackWhite">
          <a:xfrm>
            <a:off x="254950" y="262784"/>
            <a:ext cx="11682101" cy="2072643"/>
          </a:xfrm>
          <a:prstGeom prst="rect">
            <a:avLst/>
          </a:prstGeom>
          <a:solidFill>
            <a:srgbClr val="D2472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rtl="0"/>
            <a:endParaRPr lang="ko-KR" altLang="en-US" sz="1800" noProof="0">
              <a:latin typeface="맑은 고딕" panose="020B0503020000020004" pitchFamily="50" charset="-127"/>
              <a:ea typeface="맑은 고딕" panose="020B0503020000020004" pitchFamily="50" charset="-127"/>
            </a:endParaRPr>
          </a:p>
        </p:txBody>
      </p:sp>
      <p:sp>
        <p:nvSpPr>
          <p:cNvPr id="2" name="제목 1"/>
          <p:cNvSpPr>
            <a:spLocks noGrp="1"/>
          </p:cNvSpPr>
          <p:nvPr>
            <p:ph type="title"/>
          </p:nvPr>
        </p:nvSpPr>
        <p:spPr>
          <a:xfrm>
            <a:off x="521208" y="1536192"/>
            <a:ext cx="6876288" cy="640080"/>
          </a:xfrm>
        </p:spPr>
        <p:txBody>
          <a:bodyPr rtlCol="0">
            <a:normAutofit/>
          </a:bodyPr>
          <a:lstStyle>
            <a:lvl1pPr>
              <a:defRPr sz="3600">
                <a:solidFill>
                  <a:schemeClr val="bg1"/>
                </a:solidFill>
                <a:latin typeface="맑은 고딕" panose="020B0503020000020004" pitchFamily="50" charset="-127"/>
                <a:ea typeface="맑은 고딕" panose="020B0503020000020004" pitchFamily="50" charset="-127"/>
              </a:defRPr>
            </a:lvl1pPr>
          </a:lstStyle>
          <a:p>
            <a:pPr rtl="0"/>
            <a:r>
              <a:rPr lang="ko-KR" altLang="en-US" noProof="0"/>
              <a:t>마스터 제목 스타일 편집</a:t>
            </a:r>
          </a:p>
        </p:txBody>
      </p:sp>
      <p:sp>
        <p:nvSpPr>
          <p:cNvPr id="7" name="내용 개체 틀 6"/>
          <p:cNvSpPr>
            <a:spLocks noGrp="1"/>
          </p:cNvSpPr>
          <p:nvPr>
            <p:ph sz="quarter" idx="13" hasCustomPrompt="1"/>
          </p:nvPr>
        </p:nvSpPr>
        <p:spPr>
          <a:xfrm>
            <a:off x="539496" y="2560320"/>
            <a:ext cx="9445752" cy="3977640"/>
          </a:xfrm>
        </p:spPr>
        <p:txBody>
          <a:bodyPr vert="horz" lIns="91440" tIns="45720" rIns="91440" bIns="45720" rtlCol="0">
            <a:normAutofit/>
          </a:bodyPr>
          <a:lstStyle>
            <a:lvl1pPr>
              <a:defRPr lang="en-US" sz="2400" smtClean="0">
                <a:solidFill>
                  <a:schemeClr val="tx1">
                    <a:lumMod val="75000"/>
                    <a:lumOff val="25000"/>
                  </a:schemeClr>
                </a:solidFill>
                <a:latin typeface="맑은 고딕" panose="020B0503020000020004" pitchFamily="50" charset="-127"/>
                <a:ea typeface="맑은 고딕" panose="020B0503020000020004" pitchFamily="50" charset="-127"/>
              </a:defRPr>
            </a:lvl1pPr>
            <a:lvl2pPr>
              <a:defRPr lang="en-US" sz="1200" dirty="0" smtClean="0">
                <a:solidFill>
                  <a:schemeClr val="tx1">
                    <a:lumMod val="75000"/>
                    <a:lumOff val="25000"/>
                  </a:schemeClr>
                </a:solidFill>
                <a:latin typeface="맑은 고딕" panose="020B0503020000020004" pitchFamily="50" charset="-127"/>
                <a:ea typeface="맑은 고딕" panose="020B0503020000020004" pitchFamily="50" charset="-127"/>
              </a:defRPr>
            </a:lvl2pPr>
            <a:lvl3pPr>
              <a:defRPr lang="en-US" sz="1200" dirty="0" smtClean="0">
                <a:solidFill>
                  <a:schemeClr val="tx1">
                    <a:lumMod val="75000"/>
                    <a:lumOff val="25000"/>
                  </a:schemeClr>
                </a:solidFill>
                <a:latin typeface="맑은 고딕" panose="020B0503020000020004" pitchFamily="50" charset="-127"/>
                <a:ea typeface="맑은 고딕" panose="020B0503020000020004" pitchFamily="50" charset="-127"/>
              </a:defRPr>
            </a:lvl3pPr>
            <a:lvl4pPr>
              <a:defRPr lang="en-US" sz="1200" dirty="0" smtClean="0">
                <a:solidFill>
                  <a:schemeClr val="tx1">
                    <a:lumMod val="75000"/>
                    <a:lumOff val="25000"/>
                  </a:schemeClr>
                </a:solidFill>
                <a:latin typeface="맑은 고딕" panose="020B0503020000020004" pitchFamily="50" charset="-127"/>
                <a:ea typeface="맑은 고딕" panose="020B0503020000020004" pitchFamily="50" charset="-127"/>
              </a:defRPr>
            </a:lvl4pPr>
            <a:lvl5pPr>
              <a:defRPr lang="en-US" sz="1200" dirty="0">
                <a:solidFill>
                  <a:schemeClr val="tx1">
                    <a:lumMod val="75000"/>
                    <a:lumOff val="25000"/>
                  </a:schemeClr>
                </a:solidFill>
                <a:latin typeface="맑은 고딕" panose="020B0503020000020004" pitchFamily="50" charset="-127"/>
                <a:ea typeface="맑은 고딕" panose="020B0503020000020004" pitchFamily="50" charset="-127"/>
              </a:defRPr>
            </a:lvl5pPr>
          </a:lstStyle>
          <a:p>
            <a:pPr marL="0" lvl="0" indent="0" rtl="0">
              <a:lnSpc>
                <a:spcPct val="150000"/>
              </a:lnSpc>
              <a:spcBef>
                <a:spcPts val="1000"/>
              </a:spcBef>
              <a:spcAft>
                <a:spcPts val="1200"/>
              </a:spcAft>
              <a:buNone/>
            </a:pPr>
            <a:r>
              <a:rPr lang="ko-KR" altLang="en-US" noProof="0"/>
              <a:t>마스터 텍스트 스타일을 편집하려면 클릭하세요</a:t>
            </a:r>
            <a:r>
              <a:rPr lang="en-US" altLang="ko-KR" noProof="0"/>
              <a:t>.</a:t>
            </a:r>
          </a:p>
          <a:p>
            <a:pPr marL="0" lvl="1" indent="0" rtl="0">
              <a:lnSpc>
                <a:spcPct val="150000"/>
              </a:lnSpc>
              <a:spcBef>
                <a:spcPts val="1000"/>
              </a:spcBef>
              <a:spcAft>
                <a:spcPts val="1200"/>
              </a:spcAft>
              <a:buNone/>
            </a:pPr>
            <a:r>
              <a:rPr lang="ko-KR" altLang="en-US" noProof="0"/>
              <a:t>둘째 수준</a:t>
            </a:r>
          </a:p>
          <a:p>
            <a:pPr marL="0" lvl="2" indent="0" rtl="0">
              <a:lnSpc>
                <a:spcPct val="150000"/>
              </a:lnSpc>
              <a:spcBef>
                <a:spcPts val="1000"/>
              </a:spcBef>
              <a:spcAft>
                <a:spcPts val="1200"/>
              </a:spcAft>
              <a:buNone/>
            </a:pPr>
            <a:r>
              <a:rPr lang="ko-KR" altLang="en-US" noProof="0"/>
              <a:t>셋째 수준</a:t>
            </a:r>
          </a:p>
          <a:p>
            <a:pPr marL="0" lvl="3" indent="0" rtl="0">
              <a:lnSpc>
                <a:spcPct val="150000"/>
              </a:lnSpc>
              <a:spcBef>
                <a:spcPts val="1000"/>
              </a:spcBef>
              <a:spcAft>
                <a:spcPts val="1200"/>
              </a:spcAft>
              <a:buNone/>
            </a:pPr>
            <a:r>
              <a:rPr lang="ko-KR" altLang="en-US" noProof="0"/>
              <a:t>넷째 수준</a:t>
            </a:r>
          </a:p>
          <a:p>
            <a:pPr marL="0" lvl="4" indent="0" rtl="0">
              <a:lnSpc>
                <a:spcPct val="150000"/>
              </a:lnSpc>
              <a:spcBef>
                <a:spcPts val="1000"/>
              </a:spcBef>
              <a:spcAft>
                <a:spcPts val="1200"/>
              </a:spcAft>
              <a:buNone/>
            </a:pPr>
            <a:r>
              <a:rPr lang="ko-KR" altLang="en-US" noProof="0"/>
              <a:t>다섯째 수준</a:t>
            </a:r>
          </a:p>
        </p:txBody>
      </p:sp>
    </p:spTree>
    <p:extLst>
      <p:ext uri="{BB962C8B-B14F-4D97-AF65-F5344CB8AC3E}">
        <p14:creationId xmlns:p14="http://schemas.microsoft.com/office/powerpoint/2010/main" val="1335655537"/>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obj">
  <p:cSld name="2_제목 및 내용">
    <p:spTree>
      <p:nvGrpSpPr>
        <p:cNvPr id="1" name=""/>
        <p:cNvGrpSpPr/>
        <p:nvPr/>
      </p:nvGrpSpPr>
      <p:grpSpPr>
        <a:xfrm>
          <a:off x="0" y="0"/>
          <a:ext cx="0" cy="0"/>
          <a:chOff x="0" y="0"/>
          <a:chExt cx="0" cy="0"/>
        </a:xfrm>
      </p:grpSpPr>
      <p:sp>
        <p:nvSpPr>
          <p:cNvPr id="2" name="제목 1"/>
          <p:cNvSpPr>
            <a:spLocks noGrp="1"/>
          </p:cNvSpPr>
          <p:nvPr>
            <p:ph type="title"/>
          </p:nvPr>
        </p:nvSpPr>
        <p:spPr>
          <a:xfrm>
            <a:off x="913795" y="139083"/>
            <a:ext cx="10353762" cy="766439"/>
          </a:xfrm>
        </p:spPr>
        <p:txBody>
          <a:bodyPr rtlCol="0">
            <a:normAutofit/>
          </a:bodyPr>
          <a:lstStyle>
            <a:lvl1pPr>
              <a:defRPr sz="3200">
                <a:latin typeface="Batang" panose="02030600000101010101" pitchFamily="18" charset="-127"/>
                <a:ea typeface="Batang" panose="02030600000101010101" pitchFamily="18" charset="-127"/>
              </a:defRPr>
            </a:lvl1pPr>
          </a:lstStyle>
          <a:p>
            <a:pPr rtl="0"/>
            <a:r>
              <a:rPr lang="ko-KR" altLang="en-US"/>
              <a:t>마스터 제목 스타일 편집</a:t>
            </a:r>
            <a:endParaRPr lang="en-US" dirty="0"/>
          </a:p>
        </p:txBody>
      </p:sp>
      <p:sp>
        <p:nvSpPr>
          <p:cNvPr id="3" name="내용 개체 틀 2"/>
          <p:cNvSpPr>
            <a:spLocks noGrp="1"/>
          </p:cNvSpPr>
          <p:nvPr>
            <p:ph idx="1"/>
          </p:nvPr>
        </p:nvSpPr>
        <p:spPr>
          <a:xfrm>
            <a:off x="913795" y="1127464"/>
            <a:ext cx="10353762" cy="4663735"/>
          </a:xfrm>
        </p:spPr>
        <p:txBody>
          <a:bodyPr rtlCol="0"/>
          <a:lstStyle>
            <a:lvl1pPr>
              <a:defRPr>
                <a:latin typeface="Batang" panose="02030600000101010101" pitchFamily="18" charset="-127"/>
                <a:ea typeface="Batang" panose="02030600000101010101" pitchFamily="18" charset="-127"/>
              </a:defRPr>
            </a:lvl1pPr>
            <a:lvl2pPr>
              <a:defRPr>
                <a:latin typeface="Batang" panose="02030600000101010101" pitchFamily="18" charset="-127"/>
                <a:ea typeface="Batang" panose="02030600000101010101" pitchFamily="18" charset="-127"/>
              </a:defRPr>
            </a:lvl2pPr>
            <a:lvl3pPr>
              <a:defRPr>
                <a:latin typeface="Batang" panose="02030600000101010101" pitchFamily="18" charset="-127"/>
                <a:ea typeface="Batang" panose="02030600000101010101" pitchFamily="18" charset="-127"/>
              </a:defRPr>
            </a:lvl3pPr>
            <a:lvl4pPr>
              <a:defRPr>
                <a:latin typeface="Batang" panose="02030600000101010101" pitchFamily="18" charset="-127"/>
                <a:ea typeface="Batang" panose="02030600000101010101" pitchFamily="18" charset="-127"/>
              </a:defRPr>
            </a:lvl4pPr>
            <a:lvl5pPr>
              <a:defRPr>
                <a:latin typeface="Batang" panose="02030600000101010101" pitchFamily="18" charset="-127"/>
                <a:ea typeface="Batang" panose="02030600000101010101" pitchFamily="18" charset="-127"/>
              </a:defRPr>
            </a:lvl5pPr>
          </a:lstStyle>
          <a:p>
            <a:pPr lvl="0" rtl="0"/>
            <a:r>
              <a:rPr lang="ko-KR" altLang="en-US" dirty="0"/>
              <a:t>마스터 텍스트 스타일을 편집하려면 클릭</a:t>
            </a:r>
          </a:p>
          <a:p>
            <a:pPr lvl="1" rtl="0"/>
            <a:r>
              <a:rPr lang="ko-KR" altLang="en-US" dirty="0"/>
              <a:t>두 번째 수준</a:t>
            </a:r>
          </a:p>
          <a:p>
            <a:pPr lvl="2" rtl="0"/>
            <a:r>
              <a:rPr lang="ko-KR" altLang="en-US" dirty="0"/>
              <a:t>세 번째 수준</a:t>
            </a:r>
          </a:p>
          <a:p>
            <a:pPr lvl="3" rtl="0"/>
            <a:r>
              <a:rPr lang="ko-KR" altLang="en-US" dirty="0"/>
              <a:t>네 번째 수준</a:t>
            </a:r>
          </a:p>
          <a:p>
            <a:pPr lvl="4" rtl="0"/>
            <a:r>
              <a:rPr lang="ko-KR" altLang="en-US" dirty="0"/>
              <a:t>다섯 번째 수준</a:t>
            </a:r>
            <a:endParaRPr lang="en-US" dirty="0"/>
          </a:p>
        </p:txBody>
      </p:sp>
      <p:pic>
        <p:nvPicPr>
          <p:cNvPr id="11" name="그림 10">
            <a:extLst>
              <a:ext uri="{FF2B5EF4-FFF2-40B4-BE49-F238E27FC236}">
                <a16:creationId xmlns:a16="http://schemas.microsoft.com/office/drawing/2014/main" id="{B4745536-17E2-EEF7-D107-B4146DE21417}"/>
              </a:ext>
            </a:extLst>
          </p:cNvPr>
          <p:cNvPicPr>
            <a:picLocks noChangeAspect="1"/>
          </p:cNvPicPr>
          <p:nvPr userDrawn="1"/>
        </p:nvPicPr>
        <p:blipFill>
          <a:blip r:embed="rId2"/>
          <a:stretch>
            <a:fillRect/>
          </a:stretch>
        </p:blipFill>
        <p:spPr>
          <a:xfrm>
            <a:off x="105924" y="6365874"/>
            <a:ext cx="355393" cy="393576"/>
          </a:xfrm>
          <a:prstGeom prst="rect">
            <a:avLst/>
          </a:prstGeom>
        </p:spPr>
      </p:pic>
      <p:sp>
        <p:nvSpPr>
          <p:cNvPr id="4" name="Date Placeholder 4">
            <a:extLst>
              <a:ext uri="{FF2B5EF4-FFF2-40B4-BE49-F238E27FC236}">
                <a16:creationId xmlns:a16="http://schemas.microsoft.com/office/drawing/2014/main" id="{3AC7079E-4A2B-916C-C464-65DEFE434184}"/>
              </a:ext>
            </a:extLst>
          </p:cNvPr>
          <p:cNvSpPr>
            <a:spLocks noGrp="1"/>
          </p:cNvSpPr>
          <p:nvPr>
            <p:ph type="dt" sz="half" idx="10"/>
          </p:nvPr>
        </p:nvSpPr>
        <p:spPr>
          <a:xfrm>
            <a:off x="7678737" y="6198235"/>
            <a:ext cx="2743200" cy="365125"/>
          </a:xfrm>
          <a:prstGeom prst="rect">
            <a:avLst/>
          </a:prstGeom>
        </p:spPr>
        <p:txBody>
          <a:bodyPr/>
          <a:lstStyle/>
          <a:p>
            <a:fld id="{48A87A34-81AB-432B-8DAE-1953F412C126}" type="datetimeFigureOut">
              <a:rPr lang="en-US" smtClean="0"/>
              <a:t>6/18/2026</a:t>
            </a:fld>
            <a:endParaRPr lang="en-US" dirty="0"/>
          </a:p>
        </p:txBody>
      </p:sp>
      <p:sp>
        <p:nvSpPr>
          <p:cNvPr id="5" name="Footer Placeholder 5">
            <a:extLst>
              <a:ext uri="{FF2B5EF4-FFF2-40B4-BE49-F238E27FC236}">
                <a16:creationId xmlns:a16="http://schemas.microsoft.com/office/drawing/2014/main" id="{A9D00E07-4D48-7C0C-4DF1-A39D6E8BB91D}"/>
              </a:ext>
            </a:extLst>
          </p:cNvPr>
          <p:cNvSpPr>
            <a:spLocks noGrp="1"/>
          </p:cNvSpPr>
          <p:nvPr>
            <p:ph type="ftr" sz="quarter" idx="11"/>
          </p:nvPr>
        </p:nvSpPr>
        <p:spPr>
          <a:xfrm>
            <a:off x="913774" y="6198235"/>
            <a:ext cx="6672887" cy="365125"/>
          </a:xfrm>
          <a:prstGeom prst="rect">
            <a:avLst/>
          </a:prstGeom>
        </p:spPr>
        <p:txBody>
          <a:bodyPr/>
          <a:lstStyle/>
          <a:p>
            <a:endParaRPr lang="en-US" dirty="0"/>
          </a:p>
        </p:txBody>
      </p:sp>
      <p:sp>
        <p:nvSpPr>
          <p:cNvPr id="6" name="Slide Number Placeholder 6">
            <a:extLst>
              <a:ext uri="{FF2B5EF4-FFF2-40B4-BE49-F238E27FC236}">
                <a16:creationId xmlns:a16="http://schemas.microsoft.com/office/drawing/2014/main" id="{1DFF8BFD-50B2-6671-09A6-3F6A70B59946}"/>
              </a:ext>
            </a:extLst>
          </p:cNvPr>
          <p:cNvSpPr>
            <a:spLocks noGrp="1"/>
          </p:cNvSpPr>
          <p:nvPr>
            <p:ph type="sldNum" sz="quarter" idx="12"/>
          </p:nvPr>
        </p:nvSpPr>
        <p:spPr>
          <a:xfrm>
            <a:off x="10514011" y="6198235"/>
            <a:ext cx="764215" cy="365125"/>
          </a:xfrm>
          <a:prstGeom prst="rect">
            <a:avLst/>
          </a:prstGeom>
        </p:spPr>
        <p:txBody>
          <a:bodyPr/>
          <a:lstStyle/>
          <a:p>
            <a:fld id="{6D22F896-40B5-4ADD-8801-0D06FADFA095}" type="slidenum">
              <a:rPr lang="en-US" dirty="0"/>
              <a:t>‹#›</a:t>
            </a:fld>
            <a:endParaRPr lang="en-US" dirty="0"/>
          </a:p>
        </p:txBody>
      </p:sp>
    </p:spTree>
    <p:extLst>
      <p:ext uri="{BB962C8B-B14F-4D97-AF65-F5344CB8AC3E}">
        <p14:creationId xmlns:p14="http://schemas.microsoft.com/office/powerpoint/2010/main" val="3763027029"/>
      </p:ext>
    </p:extLst>
  </p:cSld>
  <p:clrMapOvr>
    <a:masterClrMapping/>
  </p:clrMapOvr>
</p:sldLayout>
</file>

<file path=ppt/slideMasters/_rels/slideMaster1.xml.rels><?xml version="1.0" encoding="UTF-8" standalone="yes"?>
<Relationships xmlns="http://schemas.openxmlformats.org/package/2006/relationships"><Relationship Id="rId3" Type="http://schemas.openxmlformats.org/officeDocument/2006/relationships/slideLayout" Target="../slideLayouts/slideLayout3.xml"/><Relationship Id="rId2" Type="http://schemas.openxmlformats.org/officeDocument/2006/relationships/slideLayout" Target="../slideLayouts/slideLayout2.xml"/><Relationship Id="rId1" Type="http://schemas.openxmlformats.org/officeDocument/2006/relationships/slideLayout" Target="../slideLayouts/slideLayout1.xml"/><Relationship Id="rId5" Type="http://schemas.openxmlformats.org/officeDocument/2006/relationships/theme" Target="../theme/theme1.xml"/><Relationship Id="rId4" Type="http://schemas.openxmlformats.org/officeDocument/2006/relationships/slideLayout" Target="../slideLayouts/slideLayout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7" name="직사각형 6"/>
          <p:cNvSpPr/>
          <p:nvPr userDrawn="1"/>
        </p:nvSpPr>
        <p:spPr>
          <a:xfrm>
            <a:off x="256032" y="265176"/>
            <a:ext cx="11683049" cy="6332433"/>
          </a:xfrm>
          <a:prstGeom prst="rect">
            <a:avLst/>
          </a:prstGeom>
          <a:solidFill>
            <a:srgbClr val="F5F5F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b" anchorCtr="0"/>
          <a:lstStyle/>
          <a:p>
            <a:pPr algn="ctr" rtl="0"/>
            <a:endParaRPr lang="ko-KR" altLang="en-US" sz="1800" noProof="0">
              <a:latin typeface="맑은 고딕" panose="020B0503020000020004" pitchFamily="50" charset="-127"/>
              <a:ea typeface="맑은 고딕" panose="020B0503020000020004" pitchFamily="50" charset="-127"/>
            </a:endParaRPr>
          </a:p>
        </p:txBody>
      </p:sp>
      <p:sp>
        <p:nvSpPr>
          <p:cNvPr id="2" name="제목 개체 틀 1"/>
          <p:cNvSpPr>
            <a:spLocks noGrp="1"/>
          </p:cNvSpPr>
          <p:nvPr>
            <p:ph type="title"/>
          </p:nvPr>
        </p:nvSpPr>
        <p:spPr>
          <a:xfrm>
            <a:off x="521208" y="448056"/>
            <a:ext cx="6876288" cy="640080"/>
          </a:xfrm>
          <a:prstGeom prst="rect">
            <a:avLst/>
          </a:prstGeom>
        </p:spPr>
        <p:txBody>
          <a:bodyPr vert="horz" lIns="91440" tIns="45720" rIns="91440" bIns="45720" rtlCol="0" anchor="b" anchorCtr="0">
            <a:normAutofit/>
          </a:bodyPr>
          <a:lstStyle/>
          <a:p>
            <a:pPr rtl="0"/>
            <a:r>
              <a:rPr lang="ko-KR" altLang="en-US" noProof="0"/>
              <a:t>마스터 제목 스타일 편집</a:t>
            </a:r>
          </a:p>
        </p:txBody>
      </p:sp>
      <p:sp>
        <p:nvSpPr>
          <p:cNvPr id="3" name="텍스트 개체 틀 2"/>
          <p:cNvSpPr>
            <a:spLocks noGrp="1"/>
          </p:cNvSpPr>
          <p:nvPr>
            <p:ph type="body" idx="1"/>
          </p:nvPr>
        </p:nvSpPr>
        <p:spPr>
          <a:xfrm>
            <a:off x="539496" y="1435608"/>
            <a:ext cx="4416552" cy="3977640"/>
          </a:xfrm>
          <a:prstGeom prst="rect">
            <a:avLst/>
          </a:prstGeom>
        </p:spPr>
        <p:txBody>
          <a:bodyPr vert="horz" lIns="91440" tIns="45720" rIns="91440" bIns="45720" rtlCol="0">
            <a:normAutofit/>
          </a:bodyPr>
          <a:lstStyle/>
          <a:p>
            <a:pPr lvl="0" rtl="0"/>
            <a:r>
              <a:rPr lang="ko-KR" altLang="en-US" noProof="0"/>
              <a:t>마스터 텍스트 스타일을 편집하려면 클릭하세요</a:t>
            </a:r>
            <a:r>
              <a:rPr lang="en-US" altLang="ko-KR" noProof="0"/>
              <a:t>.</a:t>
            </a:r>
          </a:p>
          <a:p>
            <a:pPr lvl="1" rtl="0"/>
            <a:r>
              <a:rPr lang="ko-KR" altLang="en-US" noProof="0"/>
              <a:t>둘째 수준</a:t>
            </a:r>
          </a:p>
          <a:p>
            <a:pPr lvl="2" rtl="0"/>
            <a:r>
              <a:rPr lang="ko-KR" altLang="en-US" noProof="0"/>
              <a:t>셋째 수준</a:t>
            </a:r>
          </a:p>
          <a:p>
            <a:pPr lvl="3" rtl="0"/>
            <a:r>
              <a:rPr lang="ko-KR" altLang="en-US" noProof="0"/>
              <a:t>넷째 수준</a:t>
            </a:r>
          </a:p>
          <a:p>
            <a:pPr lvl="4" rtl="0"/>
            <a:r>
              <a:rPr lang="ko-KR" altLang="en-US" noProof="0"/>
              <a:t>다섯째 수준</a:t>
            </a:r>
          </a:p>
        </p:txBody>
      </p:sp>
      <p:sp>
        <p:nvSpPr>
          <p:cNvPr id="4" name="날짜 개체 틀 3"/>
          <p:cNvSpPr>
            <a:spLocks noGrp="1"/>
          </p:cNvSpPr>
          <p:nvPr>
            <p:ph type="dt" sz="half" idx="2"/>
          </p:nvPr>
        </p:nvSpPr>
        <p:spPr>
          <a:xfrm>
            <a:off x="539496" y="6203952"/>
            <a:ext cx="3276600" cy="365125"/>
          </a:xfrm>
          <a:prstGeom prst="rect">
            <a:avLst/>
          </a:prstGeom>
        </p:spPr>
        <p:txBody>
          <a:bodyPr vert="horz" lIns="91440" tIns="45720" rIns="91440" bIns="45720" rtlCol="0" anchor="ctr"/>
          <a:lstStyle>
            <a:lvl1pPr algn="l">
              <a:defRPr sz="1200" baseline="0">
                <a:solidFill>
                  <a:schemeClr val="tx1">
                    <a:lumMod val="65000"/>
                    <a:lumOff val="35000"/>
                  </a:schemeClr>
                </a:solidFill>
                <a:latin typeface="맑은 고딕" panose="020B0503020000020004" pitchFamily="50" charset="-127"/>
                <a:ea typeface="맑은 고딕" panose="020B0503020000020004" pitchFamily="50" charset="-127"/>
              </a:defRPr>
            </a:lvl1pPr>
          </a:lstStyle>
          <a:p>
            <a:fld id="{C655C81E-72E7-4D05-94B5-F45B321A525D}" type="datetime1">
              <a:rPr lang="ko-KR" altLang="en-US" noProof="0" smtClean="0"/>
              <a:t>2026-06-18</a:t>
            </a:fld>
            <a:endParaRPr lang="ko-KR" altLang="en-US" noProof="0" dirty="0">
              <a:latin typeface="맑은 고딕" panose="020B0503020000020004" pitchFamily="50" charset="-127"/>
              <a:ea typeface="맑은 고딕" panose="020B0503020000020004" pitchFamily="50" charset="-127"/>
            </a:endParaRPr>
          </a:p>
        </p:txBody>
      </p:sp>
      <p:sp>
        <p:nvSpPr>
          <p:cNvPr id="5" name="바닥글 개체 틀 4"/>
          <p:cNvSpPr>
            <a:spLocks noGrp="1"/>
          </p:cNvSpPr>
          <p:nvPr>
            <p:ph type="ftr" sz="quarter" idx="3"/>
          </p:nvPr>
        </p:nvSpPr>
        <p:spPr>
          <a:xfrm>
            <a:off x="4648200" y="6203952"/>
            <a:ext cx="2895600" cy="365125"/>
          </a:xfrm>
          <a:prstGeom prst="rect">
            <a:avLst/>
          </a:prstGeom>
        </p:spPr>
        <p:txBody>
          <a:bodyPr vert="horz" lIns="91440" tIns="45720" rIns="91440" bIns="45720" rtlCol="0" anchor="ctr"/>
          <a:lstStyle>
            <a:lvl1pPr algn="ctr">
              <a:defRPr sz="1200" baseline="0">
                <a:solidFill>
                  <a:schemeClr val="tx1">
                    <a:lumMod val="65000"/>
                    <a:lumOff val="35000"/>
                  </a:schemeClr>
                </a:solidFill>
                <a:latin typeface="맑은 고딕" panose="020B0503020000020004" pitchFamily="50" charset="-127"/>
                <a:ea typeface="맑은 고딕" panose="020B0503020000020004" pitchFamily="50" charset="-127"/>
              </a:defRPr>
            </a:lvl1pPr>
          </a:lstStyle>
          <a:p>
            <a:endParaRPr lang="ko-KR" altLang="en-US" noProof="0">
              <a:latin typeface="맑은 고딕" panose="020B0503020000020004" pitchFamily="50" charset="-127"/>
              <a:ea typeface="맑은 고딕" panose="020B0503020000020004" pitchFamily="50" charset="-127"/>
            </a:endParaRPr>
          </a:p>
        </p:txBody>
      </p:sp>
      <p:sp>
        <p:nvSpPr>
          <p:cNvPr id="6" name="슬라이드 번호 개체 틀 5"/>
          <p:cNvSpPr>
            <a:spLocks noGrp="1"/>
          </p:cNvSpPr>
          <p:nvPr>
            <p:ph type="sldNum" sz="quarter" idx="4"/>
          </p:nvPr>
        </p:nvSpPr>
        <p:spPr>
          <a:xfrm>
            <a:off x="8375904" y="6203952"/>
            <a:ext cx="3276600" cy="365125"/>
          </a:xfrm>
          <a:prstGeom prst="rect">
            <a:avLst/>
          </a:prstGeom>
        </p:spPr>
        <p:txBody>
          <a:bodyPr vert="horz" lIns="91440" tIns="45720" rIns="91440" bIns="45720" rtlCol="0" anchor="ctr"/>
          <a:lstStyle>
            <a:lvl1pPr algn="r">
              <a:defRPr sz="1200" baseline="0">
                <a:solidFill>
                  <a:schemeClr val="tx1">
                    <a:lumMod val="65000"/>
                    <a:lumOff val="35000"/>
                  </a:schemeClr>
                </a:solidFill>
                <a:latin typeface="맑은 고딕" panose="020B0503020000020004" pitchFamily="50" charset="-127"/>
                <a:ea typeface="맑은 고딕" panose="020B0503020000020004" pitchFamily="50" charset="-127"/>
              </a:defRPr>
            </a:lvl1pPr>
          </a:lstStyle>
          <a:p>
            <a:fld id="{9860EDB8-5305-433F-BE41-D7A86D811DB3}" type="slidenum">
              <a:rPr lang="en-US" altLang="ko-KR" noProof="0" smtClean="0"/>
              <a:pPr/>
              <a:t>‹#›</a:t>
            </a:fld>
            <a:endParaRPr lang="ko-KR" altLang="en-US" noProof="0">
              <a:latin typeface="맑은 고딕" panose="020B0503020000020004" pitchFamily="50" charset="-127"/>
              <a:ea typeface="맑은 고딕" panose="020B0503020000020004" pitchFamily="50" charset="-127"/>
            </a:endParaRPr>
          </a:p>
        </p:txBody>
      </p:sp>
      <p:cxnSp>
        <p:nvCxnSpPr>
          <p:cNvPr id="8" name="직선 연결선(S) 7"/>
          <p:cNvCxnSpPr/>
          <p:nvPr userDrawn="1"/>
        </p:nvCxnSpPr>
        <p:spPr>
          <a:xfrm>
            <a:off x="604434" y="1196392"/>
            <a:ext cx="10983132" cy="0"/>
          </a:xfrm>
          <a:prstGeom prst="line">
            <a:avLst/>
          </a:prstGeom>
          <a:ln w="25400">
            <a:solidFill>
              <a:srgbClr val="D24726"/>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946754946"/>
      </p:ext>
    </p:extLst>
  </p:cSld>
  <p:clrMap bg1="lt1" tx1="dk1" bg2="lt2" tx2="dk2" accent1="accent1" accent2="accent2" accent3="accent3" accent4="accent4" accent5="accent5" accent6="accent6" hlink="hlink" folHlink="folHlink"/>
  <p:sldLayoutIdLst>
    <p:sldLayoutId id="2147483661" r:id="rId1"/>
    <p:sldLayoutId id="2147483662" r:id="rId2"/>
    <p:sldLayoutId id="2147483663" r:id="rId3"/>
    <p:sldLayoutId id="2147483665" r:id="rId4"/>
  </p:sldLayoutIdLst>
  <p:hf hdr="0" ftr="0" dt="0"/>
  <p:txStyles>
    <p:titleStyle>
      <a:lvl1pPr algn="l" defTabSz="914400" rtl="0" eaLnBrk="1" latinLnBrk="1" hangingPunct="1">
        <a:spcBef>
          <a:spcPct val="0"/>
        </a:spcBef>
        <a:buNone/>
        <a:defRPr sz="2800" kern="1200">
          <a:solidFill>
            <a:schemeClr val="tx1"/>
          </a:solidFill>
          <a:latin typeface="맑은 고딕" panose="020B0503020000020004" pitchFamily="50" charset="-127"/>
          <a:ea typeface="맑은 고딕" panose="020B0503020000020004" pitchFamily="50" charset="-127"/>
          <a:cs typeface="+mj-cs"/>
        </a:defRPr>
      </a:lvl1pPr>
    </p:titleStyle>
    <p:bodyStyle>
      <a:lvl1pPr marL="0" indent="0" algn="l" defTabSz="914400" rtl="0" eaLnBrk="1" latinLnBrk="1" hangingPunct="1">
        <a:lnSpc>
          <a:spcPct val="150000"/>
        </a:lnSpc>
        <a:spcBef>
          <a:spcPts val="1000"/>
        </a:spcBef>
        <a:spcAft>
          <a:spcPts val="1200"/>
        </a:spcAft>
        <a:buFontTx/>
        <a:buNone/>
        <a:defRPr lang="en-US" sz="1200" kern="1200" dirty="0">
          <a:solidFill>
            <a:schemeClr val="tx1"/>
          </a:solidFill>
          <a:latin typeface="맑은 고딕" panose="020B0503020000020004" pitchFamily="50" charset="-127"/>
          <a:ea typeface="맑은 고딕" panose="020B0503020000020004" pitchFamily="50" charset="-127"/>
          <a:cs typeface="+mn-cs"/>
        </a:defRPr>
      </a:lvl1pPr>
      <a:lvl2pPr marL="228600" indent="-228600" algn="l" defTabSz="914400" rtl="0" eaLnBrk="1" latinLnBrk="1" hangingPunct="1">
        <a:lnSpc>
          <a:spcPct val="150000"/>
        </a:lnSpc>
        <a:spcBef>
          <a:spcPts val="1000"/>
        </a:spcBef>
        <a:spcAft>
          <a:spcPts val="1200"/>
        </a:spcAft>
        <a:buFont typeface="Arial" panose="020B0604020202020204" pitchFamily="34" charset="0"/>
        <a:buChar char="•"/>
        <a:defRPr lang="en-US" sz="1200" kern="1200" dirty="0">
          <a:solidFill>
            <a:schemeClr val="tx1"/>
          </a:solidFill>
          <a:latin typeface="맑은 고딕" panose="020B0503020000020004" pitchFamily="50" charset="-127"/>
          <a:ea typeface="맑은 고딕" panose="020B0503020000020004" pitchFamily="50" charset="-127"/>
          <a:cs typeface="+mn-cs"/>
        </a:defRPr>
      </a:lvl2pPr>
      <a:lvl3pPr marL="685800" indent="-228600" algn="l" defTabSz="914400" rtl="0" eaLnBrk="1" latinLnBrk="1" hangingPunct="1">
        <a:lnSpc>
          <a:spcPct val="150000"/>
        </a:lnSpc>
        <a:spcBef>
          <a:spcPts val="1000"/>
        </a:spcBef>
        <a:spcAft>
          <a:spcPts val="1200"/>
        </a:spcAft>
        <a:buFont typeface="Arial" panose="020B0604020202020204" pitchFamily="34" charset="0"/>
        <a:buChar char="•"/>
        <a:defRPr lang="en-US" sz="1200" kern="1200" dirty="0">
          <a:solidFill>
            <a:schemeClr val="tx1"/>
          </a:solidFill>
          <a:latin typeface="맑은 고딕" panose="020B0503020000020004" pitchFamily="50" charset="-127"/>
          <a:ea typeface="맑은 고딕" panose="020B0503020000020004" pitchFamily="50" charset="-127"/>
          <a:cs typeface="+mn-cs"/>
        </a:defRPr>
      </a:lvl3pPr>
      <a:lvl4pPr marL="1143000" indent="-228600" algn="l" defTabSz="914400" rtl="0" eaLnBrk="1" latinLnBrk="1" hangingPunct="1">
        <a:lnSpc>
          <a:spcPct val="150000"/>
        </a:lnSpc>
        <a:spcBef>
          <a:spcPts val="1000"/>
        </a:spcBef>
        <a:spcAft>
          <a:spcPts val="1200"/>
        </a:spcAft>
        <a:buFont typeface="Arial" panose="020B0604020202020204" pitchFamily="34" charset="0"/>
        <a:buChar char="•"/>
        <a:defRPr lang="en-US" sz="1200" kern="1200" dirty="0" smtClean="0">
          <a:solidFill>
            <a:schemeClr val="tx1"/>
          </a:solidFill>
          <a:latin typeface="맑은 고딕" panose="020B0503020000020004" pitchFamily="50" charset="-127"/>
          <a:ea typeface="맑은 고딕" panose="020B0503020000020004" pitchFamily="50" charset="-127"/>
          <a:cs typeface="+mn-cs"/>
        </a:defRPr>
      </a:lvl4pPr>
      <a:lvl5pPr marL="1600200" indent="-228600" algn="l" defTabSz="914400" rtl="0" eaLnBrk="1" latinLnBrk="1" hangingPunct="1">
        <a:lnSpc>
          <a:spcPct val="150000"/>
        </a:lnSpc>
        <a:spcBef>
          <a:spcPts val="1000"/>
        </a:spcBef>
        <a:spcAft>
          <a:spcPts val="1200"/>
        </a:spcAft>
        <a:buFont typeface="Arial" panose="020B0604020202020204" pitchFamily="34" charset="0"/>
        <a:buChar char="•"/>
        <a:defRPr lang="en-US" sz="1200" kern="1200" dirty="0" smtClean="0">
          <a:solidFill>
            <a:schemeClr val="tx1"/>
          </a:solidFill>
          <a:latin typeface="맑은 고딕" panose="020B0503020000020004" pitchFamily="50" charset="-127"/>
          <a:ea typeface="맑은 고딕" panose="020B0503020000020004" pitchFamily="50" charset="-127"/>
          <a:cs typeface="+mn-cs"/>
        </a:defRPr>
      </a:lvl5pPr>
      <a:lvl6pPr marL="2057400" indent="-228600" algn="l" defTabSz="914400" rtl="0" eaLnBrk="1" latinLnBrk="1" hangingPunct="1">
        <a:lnSpc>
          <a:spcPct val="150000"/>
        </a:lnSpc>
        <a:spcBef>
          <a:spcPts val="1000"/>
        </a:spcBef>
        <a:spcAft>
          <a:spcPts val="1200"/>
        </a:spcAft>
        <a:buFont typeface="Arial" panose="020B0604020202020204" pitchFamily="34" charset="0"/>
        <a:buChar char="•"/>
        <a:defRPr lang="en-US" sz="1200" kern="1200" dirty="0" smtClean="0">
          <a:solidFill>
            <a:schemeClr val="tx1"/>
          </a:solidFill>
          <a:latin typeface="+mn-lt"/>
          <a:ea typeface="+mn-ea"/>
          <a:cs typeface="+mn-cs"/>
        </a:defRPr>
      </a:lvl6pPr>
      <a:lvl7pPr marL="2514600" indent="-228600" algn="l" defTabSz="914400" rtl="0" eaLnBrk="1" latinLnBrk="1" hangingPunct="1">
        <a:lnSpc>
          <a:spcPct val="150000"/>
        </a:lnSpc>
        <a:spcBef>
          <a:spcPts val="1000"/>
        </a:spcBef>
        <a:spcAft>
          <a:spcPts val="1200"/>
        </a:spcAft>
        <a:buFont typeface="Arial" panose="020B0604020202020204" pitchFamily="34" charset="0"/>
        <a:buChar char="•"/>
        <a:defRPr lang="en-US" sz="1200" kern="1200" dirty="0" smtClean="0">
          <a:solidFill>
            <a:schemeClr val="tx1"/>
          </a:solidFill>
          <a:latin typeface="+mn-lt"/>
          <a:ea typeface="+mn-ea"/>
          <a:cs typeface="+mn-cs"/>
        </a:defRPr>
      </a:lvl7pPr>
      <a:lvl8pPr marL="2971800" indent="-228600" algn="l" defTabSz="914400" rtl="0" eaLnBrk="1" latinLnBrk="1" hangingPunct="1">
        <a:lnSpc>
          <a:spcPct val="150000"/>
        </a:lnSpc>
        <a:spcBef>
          <a:spcPts val="1000"/>
        </a:spcBef>
        <a:spcAft>
          <a:spcPts val="1200"/>
        </a:spcAft>
        <a:buFont typeface="Arial" panose="020B0604020202020204" pitchFamily="34" charset="0"/>
        <a:buChar char="•"/>
        <a:defRPr lang="en-US" sz="1200" kern="1200" dirty="0" smtClean="0">
          <a:solidFill>
            <a:schemeClr val="tx1"/>
          </a:solidFill>
          <a:latin typeface="+mn-lt"/>
          <a:ea typeface="+mn-ea"/>
          <a:cs typeface="+mn-cs"/>
        </a:defRPr>
      </a:lvl8pPr>
      <a:lvl9pPr marL="3429000" indent="-228600" algn="l" defTabSz="914400" rtl="0" eaLnBrk="1" latinLnBrk="1" hangingPunct="1">
        <a:lnSpc>
          <a:spcPct val="90000"/>
        </a:lnSpc>
        <a:spcBef>
          <a:spcPct val="30000"/>
        </a:spcBef>
        <a:buFont typeface="Arial" panose="020B0604020202020204" pitchFamily="34" charset="0"/>
        <a:buNone/>
        <a:defRPr sz="1200" kern="1200">
          <a:solidFill>
            <a:schemeClr val="tx1"/>
          </a:solidFill>
          <a:latin typeface="+mn-lt"/>
          <a:ea typeface="+mn-ea"/>
          <a:cs typeface="+mn-cs"/>
        </a:defRPr>
      </a:lvl9pPr>
    </p:bodyStyle>
    <p:otherStyle>
      <a:defPPr>
        <a:defRPr lang="en-US"/>
      </a:defPPr>
      <a:lvl1pPr marL="0" algn="l" defTabSz="914400" rtl="0" eaLnBrk="1" latinLnBrk="1" hangingPunct="1">
        <a:defRPr sz="1800" kern="1200">
          <a:solidFill>
            <a:schemeClr val="tx1"/>
          </a:solidFill>
          <a:latin typeface="+mn-lt"/>
          <a:ea typeface="+mn-ea"/>
          <a:cs typeface="+mn-cs"/>
        </a:defRPr>
      </a:lvl1pPr>
      <a:lvl2pPr marL="457200" algn="l" defTabSz="914400" rtl="0" eaLnBrk="1" latinLnBrk="1" hangingPunct="1">
        <a:defRPr sz="1800" kern="1200">
          <a:solidFill>
            <a:schemeClr val="tx1"/>
          </a:solidFill>
          <a:latin typeface="+mn-lt"/>
          <a:ea typeface="+mn-ea"/>
          <a:cs typeface="+mn-cs"/>
        </a:defRPr>
      </a:lvl2pPr>
      <a:lvl3pPr marL="914400" algn="l" defTabSz="914400" rtl="0" eaLnBrk="1" latinLnBrk="1" hangingPunct="1">
        <a:defRPr sz="1800" kern="1200">
          <a:solidFill>
            <a:schemeClr val="tx1"/>
          </a:solidFill>
          <a:latin typeface="+mn-lt"/>
          <a:ea typeface="+mn-ea"/>
          <a:cs typeface="+mn-cs"/>
        </a:defRPr>
      </a:lvl3pPr>
      <a:lvl4pPr marL="1371600" algn="l" defTabSz="914400" rtl="0" eaLnBrk="1" latinLnBrk="1" hangingPunct="1">
        <a:defRPr sz="1800" kern="1200">
          <a:solidFill>
            <a:schemeClr val="tx1"/>
          </a:solidFill>
          <a:latin typeface="+mn-lt"/>
          <a:ea typeface="+mn-ea"/>
          <a:cs typeface="+mn-cs"/>
        </a:defRPr>
      </a:lvl4pPr>
      <a:lvl5pPr marL="1828800" algn="l" defTabSz="914400" rtl="0" eaLnBrk="1" latinLnBrk="1" hangingPunct="1">
        <a:defRPr sz="1800" kern="1200">
          <a:solidFill>
            <a:schemeClr val="tx1"/>
          </a:solidFill>
          <a:latin typeface="+mn-lt"/>
          <a:ea typeface="+mn-ea"/>
          <a:cs typeface="+mn-cs"/>
        </a:defRPr>
      </a:lvl5pPr>
      <a:lvl6pPr marL="2286000" algn="l" defTabSz="914400" rtl="0" eaLnBrk="1" latinLnBrk="1" hangingPunct="1">
        <a:defRPr sz="1800" kern="1200">
          <a:solidFill>
            <a:schemeClr val="tx1"/>
          </a:solidFill>
          <a:latin typeface="+mn-lt"/>
          <a:ea typeface="+mn-ea"/>
          <a:cs typeface="+mn-cs"/>
        </a:defRPr>
      </a:lvl6pPr>
      <a:lvl7pPr marL="2743200" algn="l" defTabSz="914400" rtl="0" eaLnBrk="1" latinLnBrk="1" hangingPunct="1">
        <a:defRPr sz="1800" kern="1200">
          <a:solidFill>
            <a:schemeClr val="tx1"/>
          </a:solidFill>
          <a:latin typeface="+mn-lt"/>
          <a:ea typeface="+mn-ea"/>
          <a:cs typeface="+mn-cs"/>
        </a:defRPr>
      </a:lvl7pPr>
      <a:lvl8pPr marL="3200400" algn="l" defTabSz="914400" rtl="0" eaLnBrk="1" latinLnBrk="1" hangingPunct="1">
        <a:defRPr sz="1800" kern="1200">
          <a:solidFill>
            <a:schemeClr val="tx1"/>
          </a:solidFill>
          <a:latin typeface="+mn-lt"/>
          <a:ea typeface="+mn-ea"/>
          <a:cs typeface="+mn-cs"/>
        </a:defRPr>
      </a:lvl8pPr>
      <a:lvl9pPr marL="3657600" algn="l" defTabSz="914400" rtl="0" eaLnBrk="1" latinLnBrk="1"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8" Type="http://schemas.openxmlformats.org/officeDocument/2006/relationships/hyperlink" Target="https://scikit-learn.org/stable/modules/cross_validation.html#permutation-test-score" TargetMode="External"/><Relationship Id="rId13" Type="http://schemas.openxmlformats.org/officeDocument/2006/relationships/hyperlink" Target="https://scikit-learn.org/stable/modules/grid_search.html#tips-for-parameter-search" TargetMode="External"/><Relationship Id="rId3" Type="http://schemas.openxmlformats.org/officeDocument/2006/relationships/hyperlink" Target="https://scikit-learn.org/stable/modules/cross_validation.html" TargetMode="External"/><Relationship Id="rId7" Type="http://schemas.openxmlformats.org/officeDocument/2006/relationships/hyperlink" Target="https://scikit-learn.org/stable/modules/cross_validation.html#cross-validation-and-model-selection" TargetMode="External"/><Relationship Id="rId12" Type="http://schemas.openxmlformats.org/officeDocument/2006/relationships/hyperlink" Target="https://scikit-learn.org/stable/modules/grid_search.html#searching-for-optimal-parameters-with-successive-halving" TargetMode="External"/><Relationship Id="rId2" Type="http://schemas.openxmlformats.org/officeDocument/2006/relationships/hyperlink" Target="https://scikit-learn.org/stable/model_selection.html" TargetMode="External"/><Relationship Id="rId1" Type="http://schemas.openxmlformats.org/officeDocument/2006/relationships/slideLayout" Target="../slideLayouts/slideLayout4.xml"/><Relationship Id="rId6" Type="http://schemas.openxmlformats.org/officeDocument/2006/relationships/hyperlink" Target="https://scikit-learn.org/stable/modules/cross_validation.html#a-note-on-shuffling" TargetMode="External"/><Relationship Id="rId11" Type="http://schemas.openxmlformats.org/officeDocument/2006/relationships/hyperlink" Target="https://scikit-learn.org/stable/modules/grid_search.html#randomized-parameter-optimization" TargetMode="External"/><Relationship Id="rId5" Type="http://schemas.openxmlformats.org/officeDocument/2006/relationships/hyperlink" Target="https://scikit-learn.org/stable/modules/cross_validation.html#cross-validation-iterators" TargetMode="External"/><Relationship Id="rId10" Type="http://schemas.openxmlformats.org/officeDocument/2006/relationships/hyperlink" Target="https://scikit-learn.org/stable/modules/grid_search.html#exhaustive-grid-search" TargetMode="External"/><Relationship Id="rId4" Type="http://schemas.openxmlformats.org/officeDocument/2006/relationships/hyperlink" Target="https://scikit-learn.org/stable/modules/cross_validation.html#computing-cross-validated-metrics" TargetMode="External"/><Relationship Id="rId9" Type="http://schemas.openxmlformats.org/officeDocument/2006/relationships/hyperlink" Target="https://scikit-learn.org/stable/modules/grid_search.html" TargetMode="External"/><Relationship Id="rId14" Type="http://schemas.openxmlformats.org/officeDocument/2006/relationships/hyperlink" Target="https://scikit-learn.org/stable/modules/grid_search.html#alternatives-to-brute-force-parameter-search" TargetMode="External"/></Relationships>
</file>

<file path=ppt/slides/_rels/slide3.xml.rels><?xml version="1.0" encoding="UTF-8" standalone="yes"?>
<Relationships xmlns="http://schemas.openxmlformats.org/package/2006/relationships"><Relationship Id="rId8" Type="http://schemas.openxmlformats.org/officeDocument/2006/relationships/hyperlink" Target="https://scikit-learn.org/stable/modules/model_evaluation.html#classification-metrics" TargetMode="External"/><Relationship Id="rId13" Type="http://schemas.openxmlformats.org/officeDocument/2006/relationships/hyperlink" Target="https://scikit-learn.org/stable/modules/learning_curve.html" TargetMode="External"/><Relationship Id="rId3" Type="http://schemas.openxmlformats.org/officeDocument/2006/relationships/hyperlink" Target="https://scikit-learn.org/stable/modules/classification_threshold.html#post-tuning-the-decision-threshold" TargetMode="External"/><Relationship Id="rId7" Type="http://schemas.openxmlformats.org/officeDocument/2006/relationships/hyperlink" Target="https://scikit-learn.org/stable/modules/model_evaluation.html#the-scoring-parameter-defining-model-evaluation-rules" TargetMode="External"/><Relationship Id="rId12" Type="http://schemas.openxmlformats.org/officeDocument/2006/relationships/hyperlink" Target="https://scikit-learn.org/stable/modules/model_evaluation.html#dummy-estimators" TargetMode="External"/><Relationship Id="rId2" Type="http://schemas.openxmlformats.org/officeDocument/2006/relationships/hyperlink" Target="https://scikit-learn.org/stable/modules/classification_threshold.html" TargetMode="External"/><Relationship Id="rId1" Type="http://schemas.openxmlformats.org/officeDocument/2006/relationships/slideLayout" Target="../slideLayouts/slideLayout4.xml"/><Relationship Id="rId6" Type="http://schemas.openxmlformats.org/officeDocument/2006/relationships/hyperlink" Target="https://scikit-learn.org/stable/modules/model_evaluation.html#scoring-api-overview" TargetMode="External"/><Relationship Id="rId11" Type="http://schemas.openxmlformats.org/officeDocument/2006/relationships/hyperlink" Target="https://scikit-learn.org/stable/modules/model_evaluation.html#clustering-metrics" TargetMode="External"/><Relationship Id="rId5" Type="http://schemas.openxmlformats.org/officeDocument/2006/relationships/hyperlink" Target="https://scikit-learn.org/stable/modules/model_evaluation.html#which-scoring-function-should-i-use" TargetMode="External"/><Relationship Id="rId15" Type="http://schemas.openxmlformats.org/officeDocument/2006/relationships/hyperlink" Target="https://scikit-learn.org/stable/modules/learning_curve.html#learning-curve" TargetMode="External"/><Relationship Id="rId10" Type="http://schemas.openxmlformats.org/officeDocument/2006/relationships/hyperlink" Target="https://scikit-learn.org/stable/modules/model_evaluation.html#regression-metrics" TargetMode="External"/><Relationship Id="rId4" Type="http://schemas.openxmlformats.org/officeDocument/2006/relationships/hyperlink" Target="https://scikit-learn.org/stable/modules/model_evaluation.html" TargetMode="External"/><Relationship Id="rId9" Type="http://schemas.openxmlformats.org/officeDocument/2006/relationships/hyperlink" Target="https://scikit-learn.org/stable/modules/model_evaluation.html#multilabel-ranking-metrics" TargetMode="External"/><Relationship Id="rId14" Type="http://schemas.openxmlformats.org/officeDocument/2006/relationships/hyperlink" Target="https://scikit-learn.org/stable/modules/learning_curve.html#validation-curve" TargetMode="External"/></Relationships>
</file>

<file path=ppt/slides/_rels/slide4.xml.rels><?xml version="1.0" encoding="UTF-8" standalone="yes"?>
<Relationships xmlns="http://schemas.openxmlformats.org/package/2006/relationships"><Relationship Id="rId2" Type="http://schemas.openxmlformats.org/officeDocument/2006/relationships/hyperlink" Target="https://scikit-learn.org/stable/modules/cross_validation.html" TargetMode="External"/><Relationship Id="rId1" Type="http://schemas.openxmlformats.org/officeDocument/2006/relationships/slideLayout" Target="../slideLayouts/slideLayout4.xml"/></Relationships>
</file>

<file path=ppt/slides/_rels/slide5.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hyperlink" Target="https://scikit-learn.org/stable/modules/cross_validation.html" TargetMode="External"/><Relationship Id="rId1" Type="http://schemas.openxmlformats.org/officeDocument/2006/relationships/slideLayout" Target="../slideLayouts/slideLayout4.xml"/></Relationships>
</file>

<file path=ppt/slides/_rels/slide6.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hyperlink" Target="https://scikit-learn.org/stable/modules/cross_validation.html" TargetMode="External"/><Relationship Id="rId1" Type="http://schemas.openxmlformats.org/officeDocument/2006/relationships/slideLayout" Target="../slideLayouts/slideLayout4.xml"/><Relationship Id="rId4" Type="http://schemas.openxmlformats.org/officeDocument/2006/relationships/image" Target="../media/image4.png"/></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제목 1"/>
          <p:cNvSpPr>
            <a:spLocks noGrp="1"/>
          </p:cNvSpPr>
          <p:nvPr>
            <p:ph type="ctrTitle"/>
          </p:nvPr>
        </p:nvSpPr>
        <p:spPr>
          <a:xfrm>
            <a:off x="838200" y="1164324"/>
            <a:ext cx="10515600" cy="2387600"/>
          </a:xfrm>
        </p:spPr>
        <p:txBody>
          <a:bodyPr rtlCol="0" anchor="ctr" anchorCtr="0">
            <a:normAutofit/>
          </a:bodyPr>
          <a:lstStyle/>
          <a:p>
            <a:pPr rtl="0"/>
            <a:r>
              <a:rPr lang="en-US" altLang="ko-KR" sz="4800" dirty="0">
                <a:solidFill>
                  <a:schemeClr val="bg1"/>
                </a:solidFill>
              </a:rPr>
              <a:t>Text Classification</a:t>
            </a:r>
            <a:endParaRPr lang="ko-KR" altLang="en-US" sz="4800" dirty="0">
              <a:solidFill>
                <a:schemeClr val="bg1"/>
              </a:solidFill>
            </a:endParaRPr>
          </a:p>
        </p:txBody>
      </p:sp>
      <p:sp>
        <p:nvSpPr>
          <p:cNvPr id="3" name="부제목 2"/>
          <p:cNvSpPr>
            <a:spLocks noGrp="1"/>
          </p:cNvSpPr>
          <p:nvPr>
            <p:ph type="subTitle" idx="4294967295"/>
          </p:nvPr>
        </p:nvSpPr>
        <p:spPr>
          <a:xfrm>
            <a:off x="855620" y="2933105"/>
            <a:ext cx="9582736" cy="2210395"/>
          </a:xfrm>
        </p:spPr>
        <p:txBody>
          <a:bodyPr rtlCol="0">
            <a:normAutofit/>
          </a:bodyPr>
          <a:lstStyle/>
          <a:p>
            <a:r>
              <a:rPr lang="en-US" altLang="ko-KR" sz="2400" dirty="0">
                <a:solidFill>
                  <a:schemeClr val="bg1"/>
                </a:solidFill>
              </a:rPr>
              <a:t>RNN(Recurrent Neural Network), LSTM</a:t>
            </a:r>
            <a:endParaRPr lang="ko-KR" altLang="en-US" sz="2400" dirty="0">
              <a:solidFill>
                <a:schemeClr val="bg1"/>
              </a:solidFill>
            </a:endParaRPr>
          </a:p>
        </p:txBody>
      </p:sp>
      <p:sp>
        <p:nvSpPr>
          <p:cNvPr id="5" name="부제목 2">
            <a:extLst>
              <a:ext uri="{FF2B5EF4-FFF2-40B4-BE49-F238E27FC236}">
                <a16:creationId xmlns:a16="http://schemas.microsoft.com/office/drawing/2014/main" id="{D2A693FF-597D-D05E-69BD-7CA96D17F1CD}"/>
              </a:ext>
            </a:extLst>
          </p:cNvPr>
          <p:cNvSpPr txBox="1">
            <a:spLocks/>
          </p:cNvSpPr>
          <p:nvPr/>
        </p:nvSpPr>
        <p:spPr>
          <a:xfrm>
            <a:off x="855620" y="4555883"/>
            <a:ext cx="9582736" cy="1137793"/>
          </a:xfrm>
          <a:prstGeom prst="rect">
            <a:avLst/>
          </a:prstGeom>
        </p:spPr>
        <p:txBody>
          <a:bodyPr vert="horz" lIns="91440" tIns="45720" rIns="91440" bIns="45720" rtlCol="0">
            <a:normAutofit fontScale="85000" lnSpcReduction="20000"/>
          </a:bodyPr>
          <a:lstStyle>
            <a:lvl1pPr marL="0" indent="0" algn="l" defTabSz="914400" rtl="0" eaLnBrk="1" latinLnBrk="1" hangingPunct="1">
              <a:lnSpc>
                <a:spcPct val="150000"/>
              </a:lnSpc>
              <a:spcBef>
                <a:spcPts val="1000"/>
              </a:spcBef>
              <a:spcAft>
                <a:spcPts val="1200"/>
              </a:spcAft>
              <a:buFontTx/>
              <a:buNone/>
              <a:defRPr lang="en-US" sz="1200" kern="1200" dirty="0">
                <a:solidFill>
                  <a:schemeClr val="tx1"/>
                </a:solidFill>
                <a:latin typeface="맑은 고딕" panose="020B0503020000020004" pitchFamily="50" charset="-127"/>
                <a:ea typeface="맑은 고딕" panose="020B0503020000020004" pitchFamily="50" charset="-127"/>
                <a:cs typeface="+mn-cs"/>
              </a:defRPr>
            </a:lvl1pPr>
            <a:lvl2pPr marL="228600" indent="-228600" algn="l" defTabSz="914400" rtl="0" eaLnBrk="1" latinLnBrk="1" hangingPunct="1">
              <a:lnSpc>
                <a:spcPct val="150000"/>
              </a:lnSpc>
              <a:spcBef>
                <a:spcPts val="1000"/>
              </a:spcBef>
              <a:spcAft>
                <a:spcPts val="1200"/>
              </a:spcAft>
              <a:buFont typeface="Arial" panose="020B0604020202020204" pitchFamily="34" charset="0"/>
              <a:buChar char="•"/>
              <a:defRPr lang="en-US" sz="1200" kern="1200" dirty="0">
                <a:solidFill>
                  <a:schemeClr val="tx1"/>
                </a:solidFill>
                <a:latin typeface="맑은 고딕" panose="020B0503020000020004" pitchFamily="50" charset="-127"/>
                <a:ea typeface="맑은 고딕" panose="020B0503020000020004" pitchFamily="50" charset="-127"/>
                <a:cs typeface="+mn-cs"/>
              </a:defRPr>
            </a:lvl2pPr>
            <a:lvl3pPr marL="685800" indent="-228600" algn="l" defTabSz="914400" rtl="0" eaLnBrk="1" latinLnBrk="1" hangingPunct="1">
              <a:lnSpc>
                <a:spcPct val="150000"/>
              </a:lnSpc>
              <a:spcBef>
                <a:spcPts val="1000"/>
              </a:spcBef>
              <a:spcAft>
                <a:spcPts val="1200"/>
              </a:spcAft>
              <a:buFont typeface="Arial" panose="020B0604020202020204" pitchFamily="34" charset="0"/>
              <a:buChar char="•"/>
              <a:defRPr lang="en-US" sz="1200" kern="1200" dirty="0">
                <a:solidFill>
                  <a:schemeClr val="tx1"/>
                </a:solidFill>
                <a:latin typeface="맑은 고딕" panose="020B0503020000020004" pitchFamily="50" charset="-127"/>
                <a:ea typeface="맑은 고딕" panose="020B0503020000020004" pitchFamily="50" charset="-127"/>
                <a:cs typeface="+mn-cs"/>
              </a:defRPr>
            </a:lvl3pPr>
            <a:lvl4pPr marL="1143000" indent="-228600" algn="l" defTabSz="914400" rtl="0" eaLnBrk="1" latinLnBrk="1" hangingPunct="1">
              <a:lnSpc>
                <a:spcPct val="150000"/>
              </a:lnSpc>
              <a:spcBef>
                <a:spcPts val="1000"/>
              </a:spcBef>
              <a:spcAft>
                <a:spcPts val="1200"/>
              </a:spcAft>
              <a:buFont typeface="Arial" panose="020B0604020202020204" pitchFamily="34" charset="0"/>
              <a:buChar char="•"/>
              <a:defRPr lang="en-US" sz="1200" kern="1200" dirty="0" smtClean="0">
                <a:solidFill>
                  <a:schemeClr val="tx1"/>
                </a:solidFill>
                <a:latin typeface="맑은 고딕" panose="020B0503020000020004" pitchFamily="50" charset="-127"/>
                <a:ea typeface="맑은 고딕" panose="020B0503020000020004" pitchFamily="50" charset="-127"/>
                <a:cs typeface="+mn-cs"/>
              </a:defRPr>
            </a:lvl4pPr>
            <a:lvl5pPr marL="1600200" indent="-228600" algn="l" defTabSz="914400" rtl="0" eaLnBrk="1" latinLnBrk="1" hangingPunct="1">
              <a:lnSpc>
                <a:spcPct val="150000"/>
              </a:lnSpc>
              <a:spcBef>
                <a:spcPts val="1000"/>
              </a:spcBef>
              <a:spcAft>
                <a:spcPts val="1200"/>
              </a:spcAft>
              <a:buFont typeface="Arial" panose="020B0604020202020204" pitchFamily="34" charset="0"/>
              <a:buChar char="•"/>
              <a:defRPr lang="en-US" sz="1200" kern="1200" dirty="0" smtClean="0">
                <a:solidFill>
                  <a:schemeClr val="tx1"/>
                </a:solidFill>
                <a:latin typeface="맑은 고딕" panose="020B0503020000020004" pitchFamily="50" charset="-127"/>
                <a:ea typeface="맑은 고딕" panose="020B0503020000020004" pitchFamily="50" charset="-127"/>
                <a:cs typeface="+mn-cs"/>
              </a:defRPr>
            </a:lvl5pPr>
            <a:lvl6pPr marL="2057400" indent="-228600" algn="l" defTabSz="914400" rtl="0" eaLnBrk="1" latinLnBrk="1" hangingPunct="1">
              <a:lnSpc>
                <a:spcPct val="150000"/>
              </a:lnSpc>
              <a:spcBef>
                <a:spcPts val="1000"/>
              </a:spcBef>
              <a:spcAft>
                <a:spcPts val="1200"/>
              </a:spcAft>
              <a:buFont typeface="Arial" panose="020B0604020202020204" pitchFamily="34" charset="0"/>
              <a:buChar char="•"/>
              <a:defRPr lang="en-US" sz="1200" kern="1200" dirty="0" smtClean="0">
                <a:solidFill>
                  <a:schemeClr val="tx1"/>
                </a:solidFill>
                <a:latin typeface="+mn-lt"/>
                <a:ea typeface="+mn-ea"/>
                <a:cs typeface="+mn-cs"/>
              </a:defRPr>
            </a:lvl6pPr>
            <a:lvl7pPr marL="2514600" indent="-228600" algn="l" defTabSz="914400" rtl="0" eaLnBrk="1" latinLnBrk="1" hangingPunct="1">
              <a:lnSpc>
                <a:spcPct val="150000"/>
              </a:lnSpc>
              <a:spcBef>
                <a:spcPts val="1000"/>
              </a:spcBef>
              <a:spcAft>
                <a:spcPts val="1200"/>
              </a:spcAft>
              <a:buFont typeface="Arial" panose="020B0604020202020204" pitchFamily="34" charset="0"/>
              <a:buChar char="•"/>
              <a:defRPr lang="en-US" sz="1200" kern="1200" dirty="0" smtClean="0">
                <a:solidFill>
                  <a:schemeClr val="tx1"/>
                </a:solidFill>
                <a:latin typeface="+mn-lt"/>
                <a:ea typeface="+mn-ea"/>
                <a:cs typeface="+mn-cs"/>
              </a:defRPr>
            </a:lvl7pPr>
            <a:lvl8pPr marL="2971800" indent="-228600" algn="l" defTabSz="914400" rtl="0" eaLnBrk="1" latinLnBrk="1" hangingPunct="1">
              <a:lnSpc>
                <a:spcPct val="150000"/>
              </a:lnSpc>
              <a:spcBef>
                <a:spcPts val="1000"/>
              </a:spcBef>
              <a:spcAft>
                <a:spcPts val="1200"/>
              </a:spcAft>
              <a:buFont typeface="Arial" panose="020B0604020202020204" pitchFamily="34" charset="0"/>
              <a:buChar char="•"/>
              <a:defRPr lang="en-US" sz="1200" kern="1200" dirty="0" smtClean="0">
                <a:solidFill>
                  <a:schemeClr val="tx1"/>
                </a:solidFill>
                <a:latin typeface="+mn-lt"/>
                <a:ea typeface="+mn-ea"/>
                <a:cs typeface="+mn-cs"/>
              </a:defRPr>
            </a:lvl8pPr>
            <a:lvl9pPr marL="3429000" indent="-228600" algn="l" defTabSz="914400" rtl="0" eaLnBrk="1" latinLnBrk="1" hangingPunct="1">
              <a:lnSpc>
                <a:spcPct val="90000"/>
              </a:lnSpc>
              <a:spcBef>
                <a:spcPct val="30000"/>
              </a:spcBef>
              <a:buFont typeface="Arial" panose="020B0604020202020204" pitchFamily="34" charset="0"/>
              <a:buNone/>
              <a:defRPr sz="1200" kern="1200">
                <a:solidFill>
                  <a:schemeClr val="tx1"/>
                </a:solidFill>
                <a:latin typeface="+mn-lt"/>
                <a:ea typeface="+mn-ea"/>
                <a:cs typeface="+mn-cs"/>
              </a:defRPr>
            </a:lvl9pPr>
          </a:lstStyle>
          <a:p>
            <a:r>
              <a:rPr lang="en-US" altLang="ko-KR" sz="2400" dirty="0">
                <a:solidFill>
                  <a:schemeClr val="bg1"/>
                </a:solidFill>
              </a:rPr>
              <a:t>2026 Fall</a:t>
            </a:r>
          </a:p>
          <a:p>
            <a:r>
              <a:rPr lang="ko-KR" altLang="en-US" sz="2400" dirty="0" err="1">
                <a:solidFill>
                  <a:schemeClr val="bg1"/>
                </a:solidFill>
              </a:rPr>
              <a:t>조상구교수</a:t>
            </a:r>
            <a:endParaRPr lang="en-US" altLang="ko-KR" sz="2400" dirty="0">
              <a:solidFill>
                <a:schemeClr val="bg1"/>
              </a:solidFill>
            </a:endParaRPr>
          </a:p>
        </p:txBody>
      </p:sp>
    </p:spTree>
    <p:extLst>
      <p:ext uri="{BB962C8B-B14F-4D97-AF65-F5344CB8AC3E}">
        <p14:creationId xmlns:p14="http://schemas.microsoft.com/office/powerpoint/2010/main" val="2471807738"/>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103ECCC-4735-F731-4379-48451D093E8D}"/>
            </a:ext>
          </a:extLst>
        </p:cNvPr>
        <p:cNvGrpSpPr/>
        <p:nvPr/>
      </p:nvGrpSpPr>
      <p:grpSpPr>
        <a:xfrm>
          <a:off x="0" y="0"/>
          <a:ext cx="0" cy="0"/>
          <a:chOff x="0" y="0"/>
          <a:chExt cx="0" cy="0"/>
        </a:xfrm>
      </p:grpSpPr>
      <p:sp>
        <p:nvSpPr>
          <p:cNvPr id="7" name="직사각형 6">
            <a:extLst>
              <a:ext uri="{FF2B5EF4-FFF2-40B4-BE49-F238E27FC236}">
                <a16:creationId xmlns:a16="http://schemas.microsoft.com/office/drawing/2014/main" id="{541233BE-B9A8-3253-3AC4-6D5DDFB034C1}"/>
              </a:ext>
            </a:extLst>
          </p:cNvPr>
          <p:cNvSpPr/>
          <p:nvPr/>
        </p:nvSpPr>
        <p:spPr>
          <a:xfrm>
            <a:off x="431994" y="1767840"/>
            <a:ext cx="7467600" cy="436880"/>
          </a:xfrm>
          <a:prstGeom prst="rect">
            <a:avLst/>
          </a:prstGeom>
          <a:solidFill>
            <a:schemeClr val="bg1">
              <a:lumMod val="85000"/>
            </a:schemeClr>
          </a:solidFill>
          <a:ln>
            <a:solidFill>
              <a:schemeClr val="bg1">
                <a:lumMod val="8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ko-KR" altLang="en-US" dirty="0"/>
          </a:p>
        </p:txBody>
      </p:sp>
      <p:sp>
        <p:nvSpPr>
          <p:cNvPr id="4" name="슬라이드 번호 개체 틀 3">
            <a:extLst>
              <a:ext uri="{FF2B5EF4-FFF2-40B4-BE49-F238E27FC236}">
                <a16:creationId xmlns:a16="http://schemas.microsoft.com/office/drawing/2014/main" id="{72B89856-6ED1-2640-6E74-634FDC569590}"/>
              </a:ext>
            </a:extLst>
          </p:cNvPr>
          <p:cNvSpPr>
            <a:spLocks noGrp="1"/>
          </p:cNvSpPr>
          <p:nvPr>
            <p:ph type="sldNum" sz="quarter" idx="12"/>
          </p:nvPr>
        </p:nvSpPr>
        <p:spPr>
          <a:xfrm>
            <a:off x="10514011" y="6036261"/>
            <a:ext cx="753545" cy="365125"/>
          </a:xfrm>
        </p:spPr>
        <p:txBody>
          <a:bodyPr/>
          <a:lstStyle/>
          <a:p>
            <a:fld id="{D57F1E4F-1CFF-5643-939E-217C01CDF565}" type="slidenum">
              <a:rPr lang="en-US" smtClean="0"/>
              <a:pPr/>
              <a:t>2</a:t>
            </a:fld>
            <a:endParaRPr lang="en-US" dirty="0"/>
          </a:p>
        </p:txBody>
      </p:sp>
      <p:sp>
        <p:nvSpPr>
          <p:cNvPr id="3" name="제목 1">
            <a:extLst>
              <a:ext uri="{FF2B5EF4-FFF2-40B4-BE49-F238E27FC236}">
                <a16:creationId xmlns:a16="http://schemas.microsoft.com/office/drawing/2014/main" id="{30850BA0-0F12-F065-F39D-E210B0964FC7}"/>
              </a:ext>
            </a:extLst>
          </p:cNvPr>
          <p:cNvSpPr txBox="1">
            <a:spLocks/>
          </p:cNvSpPr>
          <p:nvPr/>
        </p:nvSpPr>
        <p:spPr>
          <a:xfrm>
            <a:off x="475645" y="481983"/>
            <a:ext cx="10353762" cy="766439"/>
          </a:xfrm>
          <a:prstGeom prst="rect">
            <a:avLst/>
          </a:prstGeom>
        </p:spPr>
        <p:txBody>
          <a:bodyPr vert="horz" lIns="91440" tIns="45720" rIns="91440" bIns="45720" rtlCol="0" anchor="ctr">
            <a:normAutofit/>
          </a:bodyPr>
          <a:lstStyle>
            <a:lvl1pPr algn="ctr" defTabSz="914400" rtl="0" eaLnBrk="1" latinLnBrk="1" hangingPunct="1">
              <a:lnSpc>
                <a:spcPct val="90000"/>
              </a:lnSpc>
              <a:spcBef>
                <a:spcPct val="0"/>
              </a:spcBef>
              <a:buNone/>
              <a:defRPr sz="3200" kern="1200" cap="all" baseline="0">
                <a:solidFill>
                  <a:schemeClr val="tx1"/>
                </a:solidFill>
                <a:effectLst/>
                <a:latin typeface="Batang" panose="02030600000101010101" pitchFamily="18" charset="-127"/>
                <a:ea typeface="Batang" panose="02030600000101010101" pitchFamily="18" charset="-127"/>
                <a:cs typeface="+mj-cs"/>
              </a:defRPr>
            </a:lvl1pPr>
          </a:lstStyle>
          <a:p>
            <a:pPr algn="l"/>
            <a:r>
              <a:rPr lang="en-US" altLang="ko-KR" sz="2800" cap="none" dirty="0">
                <a:solidFill>
                  <a:schemeClr val="bg2">
                    <a:lumMod val="25000"/>
                  </a:schemeClr>
                </a:solidFill>
                <a:latin typeface="D2Coding" panose="020B0609020101020101" pitchFamily="49" charset="-127"/>
                <a:ea typeface="D2Coding" panose="020B0609020101020101" pitchFamily="49" charset="-127"/>
                <a:cs typeface="Segoe UI Light" panose="020B0502040204020203" pitchFamily="34" charset="0"/>
              </a:rPr>
              <a:t>Contents</a:t>
            </a:r>
            <a:endParaRPr lang="ko-KR" altLang="en-US" sz="2800" cap="none" dirty="0">
              <a:solidFill>
                <a:schemeClr val="bg2">
                  <a:lumMod val="25000"/>
                </a:schemeClr>
              </a:solidFill>
              <a:latin typeface="D2Coding" panose="020B0609020101020101" pitchFamily="49" charset="-127"/>
              <a:ea typeface="D2Coding" panose="020B0609020101020101" pitchFamily="49" charset="-127"/>
              <a:cs typeface="Segoe UI Light" panose="020B0502040204020203" pitchFamily="34" charset="0"/>
            </a:endParaRPr>
          </a:p>
        </p:txBody>
      </p:sp>
      <p:sp>
        <p:nvSpPr>
          <p:cNvPr id="5" name="TextBox 4">
            <a:extLst>
              <a:ext uri="{FF2B5EF4-FFF2-40B4-BE49-F238E27FC236}">
                <a16:creationId xmlns:a16="http://schemas.microsoft.com/office/drawing/2014/main" id="{7078098A-6980-33B4-F18A-DA552B7A6E45}"/>
              </a:ext>
            </a:extLst>
          </p:cNvPr>
          <p:cNvSpPr txBox="1"/>
          <p:nvPr/>
        </p:nvSpPr>
        <p:spPr>
          <a:xfrm>
            <a:off x="604446" y="1331634"/>
            <a:ext cx="9370698" cy="4948149"/>
          </a:xfrm>
          <a:prstGeom prst="rect">
            <a:avLst/>
          </a:prstGeom>
          <a:noFill/>
        </p:spPr>
        <p:txBody>
          <a:bodyPr wrap="square">
            <a:spAutoFit/>
          </a:bodyPr>
          <a:lstStyle/>
          <a:p>
            <a:pPr algn="l">
              <a:lnSpc>
                <a:spcPct val="150000"/>
              </a:lnSpc>
              <a:buNone/>
            </a:pPr>
            <a:r>
              <a:rPr lang="en-US" altLang="ko-KR" sz="2000" b="0" i="0" dirty="0">
                <a:solidFill>
                  <a:schemeClr val="accent1">
                    <a:lumMod val="75000"/>
                  </a:schemeClr>
                </a:solidFill>
                <a:effectLst/>
                <a:latin typeface="D2Coding" panose="020B0609020101020101" pitchFamily="49" charset="-127"/>
                <a:ea typeface="D2Coding" panose="020B0609020101020101" pitchFamily="49" charset="-127"/>
                <a:hlinkClick r:id="rId2">
                  <a:extLst>
                    <a:ext uri="{A12FA001-AC4F-418D-AE19-62706E023703}">
                      <ahyp:hlinkClr xmlns:ahyp="http://schemas.microsoft.com/office/drawing/2018/hyperlinkcolor" val="tx"/>
                    </a:ext>
                  </a:extLst>
                </a:hlinkClick>
              </a:rPr>
              <a:t>3. Model selection and evaluation</a:t>
            </a:r>
            <a:endParaRPr lang="en-US" altLang="ko-KR" sz="2000" b="0" i="0" dirty="0">
              <a:solidFill>
                <a:schemeClr val="accent1">
                  <a:lumMod val="75000"/>
                </a:schemeClr>
              </a:solidFill>
              <a:effectLst/>
              <a:latin typeface="D2Coding" panose="020B0609020101020101" pitchFamily="49" charset="-127"/>
              <a:ea typeface="D2Coding" panose="020B0609020101020101" pitchFamily="49" charset="-127"/>
            </a:endParaRPr>
          </a:p>
          <a:p>
            <a:pPr algn="l">
              <a:lnSpc>
                <a:spcPct val="150000"/>
              </a:lnSpc>
            </a:pPr>
            <a:r>
              <a:rPr lang="en-US" altLang="ko-KR" sz="1600" b="1" i="0" dirty="0">
                <a:solidFill>
                  <a:schemeClr val="accent1">
                    <a:lumMod val="75000"/>
                  </a:schemeClr>
                </a:solidFill>
                <a:effectLst/>
                <a:latin typeface="D2Coding" panose="020B0609020101020101" pitchFamily="49" charset="-127"/>
                <a:ea typeface="D2Coding" panose="020B0609020101020101" pitchFamily="49" charset="-127"/>
                <a:hlinkClick r:id="rId3">
                  <a:extLst>
                    <a:ext uri="{A12FA001-AC4F-418D-AE19-62706E023703}">
                      <ahyp:hlinkClr xmlns:ahyp="http://schemas.microsoft.com/office/drawing/2018/hyperlinkcolor" val="tx"/>
                    </a:ext>
                  </a:extLst>
                </a:hlinkClick>
              </a:rPr>
              <a:t>3.1. Cross-validation: evaluating estimator performance</a:t>
            </a:r>
            <a:endParaRPr lang="en-US" altLang="ko-KR" sz="1600" b="0" i="0" dirty="0">
              <a:solidFill>
                <a:schemeClr val="accent1">
                  <a:lumMod val="75000"/>
                </a:schemeClr>
              </a:solidFill>
              <a:effectLst/>
              <a:latin typeface="D2Coding" panose="020B0609020101020101" pitchFamily="49" charset="-127"/>
              <a:ea typeface="D2Coding" panose="020B0609020101020101" pitchFamily="49" charset="-127"/>
            </a:endParaRPr>
          </a:p>
          <a:p>
            <a:pPr lvl="1" algn="l">
              <a:lnSpc>
                <a:spcPct val="150000"/>
              </a:lnSpc>
            </a:pPr>
            <a:r>
              <a:rPr lang="en-US" altLang="ko-KR" sz="1600" b="0" i="0" dirty="0">
                <a:solidFill>
                  <a:schemeClr val="accent1">
                    <a:lumMod val="75000"/>
                  </a:schemeClr>
                </a:solidFill>
                <a:effectLst/>
                <a:latin typeface="D2Coding" panose="020B0609020101020101" pitchFamily="49" charset="-127"/>
                <a:ea typeface="D2Coding" panose="020B0609020101020101" pitchFamily="49" charset="-127"/>
                <a:hlinkClick r:id="rId4">
                  <a:extLst>
                    <a:ext uri="{A12FA001-AC4F-418D-AE19-62706E023703}">
                      <ahyp:hlinkClr xmlns:ahyp="http://schemas.microsoft.com/office/drawing/2018/hyperlinkcolor" val="tx"/>
                    </a:ext>
                  </a:extLst>
                </a:hlinkClick>
              </a:rPr>
              <a:t>3.1.1. Computing cross-validated metrics</a:t>
            </a:r>
            <a:endParaRPr lang="en-US" altLang="ko-KR" sz="1600" b="0" i="0" dirty="0">
              <a:solidFill>
                <a:schemeClr val="accent1">
                  <a:lumMod val="75000"/>
                </a:schemeClr>
              </a:solidFill>
              <a:effectLst/>
              <a:latin typeface="D2Coding" panose="020B0609020101020101" pitchFamily="49" charset="-127"/>
              <a:ea typeface="D2Coding" panose="020B0609020101020101" pitchFamily="49" charset="-127"/>
            </a:endParaRPr>
          </a:p>
          <a:p>
            <a:pPr lvl="1" algn="l">
              <a:lnSpc>
                <a:spcPct val="150000"/>
              </a:lnSpc>
            </a:pPr>
            <a:r>
              <a:rPr lang="en-US" altLang="ko-KR" sz="1600" b="0" i="0" dirty="0">
                <a:solidFill>
                  <a:schemeClr val="accent1">
                    <a:lumMod val="75000"/>
                  </a:schemeClr>
                </a:solidFill>
                <a:effectLst/>
                <a:latin typeface="D2Coding" panose="020B0609020101020101" pitchFamily="49" charset="-127"/>
                <a:ea typeface="D2Coding" panose="020B0609020101020101" pitchFamily="49" charset="-127"/>
                <a:hlinkClick r:id="rId5">
                  <a:extLst>
                    <a:ext uri="{A12FA001-AC4F-418D-AE19-62706E023703}">
                      <ahyp:hlinkClr xmlns:ahyp="http://schemas.microsoft.com/office/drawing/2018/hyperlinkcolor" val="tx"/>
                    </a:ext>
                  </a:extLst>
                </a:hlinkClick>
              </a:rPr>
              <a:t>3.1.2. Cross validation iterators</a:t>
            </a:r>
            <a:endParaRPr lang="en-US" altLang="ko-KR" sz="1600" b="0" i="0" dirty="0">
              <a:solidFill>
                <a:schemeClr val="accent1">
                  <a:lumMod val="75000"/>
                </a:schemeClr>
              </a:solidFill>
              <a:effectLst/>
              <a:latin typeface="D2Coding" panose="020B0609020101020101" pitchFamily="49" charset="-127"/>
              <a:ea typeface="D2Coding" panose="020B0609020101020101" pitchFamily="49" charset="-127"/>
            </a:endParaRPr>
          </a:p>
          <a:p>
            <a:pPr lvl="1" algn="l">
              <a:lnSpc>
                <a:spcPct val="150000"/>
              </a:lnSpc>
            </a:pPr>
            <a:r>
              <a:rPr lang="en-US" altLang="ko-KR" sz="1600" b="0" i="0" dirty="0">
                <a:solidFill>
                  <a:schemeClr val="accent1">
                    <a:lumMod val="75000"/>
                  </a:schemeClr>
                </a:solidFill>
                <a:effectLst/>
                <a:latin typeface="D2Coding" panose="020B0609020101020101" pitchFamily="49" charset="-127"/>
                <a:ea typeface="D2Coding" panose="020B0609020101020101" pitchFamily="49" charset="-127"/>
                <a:hlinkClick r:id="rId6">
                  <a:extLst>
                    <a:ext uri="{A12FA001-AC4F-418D-AE19-62706E023703}">
                      <ahyp:hlinkClr xmlns:ahyp="http://schemas.microsoft.com/office/drawing/2018/hyperlinkcolor" val="tx"/>
                    </a:ext>
                  </a:extLst>
                </a:hlinkClick>
              </a:rPr>
              <a:t>3.1.3. A note on shuffling</a:t>
            </a:r>
            <a:endParaRPr lang="en-US" altLang="ko-KR" sz="1600" b="0" i="0" dirty="0">
              <a:solidFill>
                <a:schemeClr val="accent1">
                  <a:lumMod val="75000"/>
                </a:schemeClr>
              </a:solidFill>
              <a:effectLst/>
              <a:latin typeface="D2Coding" panose="020B0609020101020101" pitchFamily="49" charset="-127"/>
              <a:ea typeface="D2Coding" panose="020B0609020101020101" pitchFamily="49" charset="-127"/>
            </a:endParaRPr>
          </a:p>
          <a:p>
            <a:pPr lvl="1" algn="l">
              <a:lnSpc>
                <a:spcPct val="150000"/>
              </a:lnSpc>
            </a:pPr>
            <a:r>
              <a:rPr lang="en-US" altLang="ko-KR" sz="1600" b="0" i="0" dirty="0">
                <a:solidFill>
                  <a:schemeClr val="accent1">
                    <a:lumMod val="75000"/>
                  </a:schemeClr>
                </a:solidFill>
                <a:effectLst/>
                <a:latin typeface="D2Coding" panose="020B0609020101020101" pitchFamily="49" charset="-127"/>
                <a:ea typeface="D2Coding" panose="020B0609020101020101" pitchFamily="49" charset="-127"/>
                <a:hlinkClick r:id="rId7">
                  <a:extLst>
                    <a:ext uri="{A12FA001-AC4F-418D-AE19-62706E023703}">
                      <ahyp:hlinkClr xmlns:ahyp="http://schemas.microsoft.com/office/drawing/2018/hyperlinkcolor" val="tx"/>
                    </a:ext>
                  </a:extLst>
                </a:hlinkClick>
              </a:rPr>
              <a:t>3.1.4. Cross validation and model selection</a:t>
            </a:r>
            <a:endParaRPr lang="en-US" altLang="ko-KR" sz="1600" b="0" i="0" dirty="0">
              <a:solidFill>
                <a:schemeClr val="accent1">
                  <a:lumMod val="75000"/>
                </a:schemeClr>
              </a:solidFill>
              <a:effectLst/>
              <a:latin typeface="D2Coding" panose="020B0609020101020101" pitchFamily="49" charset="-127"/>
              <a:ea typeface="D2Coding" panose="020B0609020101020101" pitchFamily="49" charset="-127"/>
            </a:endParaRPr>
          </a:p>
          <a:p>
            <a:pPr lvl="1" algn="l">
              <a:lnSpc>
                <a:spcPct val="150000"/>
              </a:lnSpc>
            </a:pPr>
            <a:r>
              <a:rPr lang="en-US" altLang="ko-KR" sz="1600" b="0" i="0" dirty="0">
                <a:solidFill>
                  <a:schemeClr val="accent1">
                    <a:lumMod val="75000"/>
                  </a:schemeClr>
                </a:solidFill>
                <a:effectLst/>
                <a:latin typeface="D2Coding" panose="020B0609020101020101" pitchFamily="49" charset="-127"/>
                <a:ea typeface="D2Coding" panose="020B0609020101020101" pitchFamily="49" charset="-127"/>
                <a:hlinkClick r:id="rId8">
                  <a:extLst>
                    <a:ext uri="{A12FA001-AC4F-418D-AE19-62706E023703}">
                      <ahyp:hlinkClr xmlns:ahyp="http://schemas.microsoft.com/office/drawing/2018/hyperlinkcolor" val="tx"/>
                    </a:ext>
                  </a:extLst>
                </a:hlinkClick>
              </a:rPr>
              <a:t>3.1.5. Permutation test score</a:t>
            </a:r>
            <a:endParaRPr lang="en-US" altLang="ko-KR" sz="1600" b="0" i="0" dirty="0">
              <a:solidFill>
                <a:schemeClr val="accent1">
                  <a:lumMod val="75000"/>
                </a:schemeClr>
              </a:solidFill>
              <a:effectLst/>
              <a:latin typeface="D2Coding" panose="020B0609020101020101" pitchFamily="49" charset="-127"/>
              <a:ea typeface="D2Coding" panose="020B0609020101020101" pitchFamily="49" charset="-127"/>
            </a:endParaRPr>
          </a:p>
          <a:p>
            <a:pPr algn="l">
              <a:lnSpc>
                <a:spcPct val="150000"/>
              </a:lnSpc>
            </a:pPr>
            <a:r>
              <a:rPr lang="en-US" altLang="ko-KR" sz="1600" b="1" i="0" dirty="0">
                <a:solidFill>
                  <a:schemeClr val="accent1">
                    <a:lumMod val="75000"/>
                  </a:schemeClr>
                </a:solidFill>
                <a:effectLst/>
                <a:latin typeface="D2Coding" panose="020B0609020101020101" pitchFamily="49" charset="-127"/>
                <a:ea typeface="D2Coding" panose="020B0609020101020101" pitchFamily="49" charset="-127"/>
                <a:hlinkClick r:id="rId9">
                  <a:extLst>
                    <a:ext uri="{A12FA001-AC4F-418D-AE19-62706E023703}">
                      <ahyp:hlinkClr xmlns:ahyp="http://schemas.microsoft.com/office/drawing/2018/hyperlinkcolor" val="tx"/>
                    </a:ext>
                  </a:extLst>
                </a:hlinkClick>
              </a:rPr>
              <a:t>3.2. Tuning the hyper-parameters of an estimator</a:t>
            </a:r>
            <a:endParaRPr lang="en-US" altLang="ko-KR" sz="1600" b="0" i="0" dirty="0">
              <a:solidFill>
                <a:schemeClr val="accent1">
                  <a:lumMod val="75000"/>
                </a:schemeClr>
              </a:solidFill>
              <a:effectLst/>
              <a:latin typeface="D2Coding" panose="020B0609020101020101" pitchFamily="49" charset="-127"/>
              <a:ea typeface="D2Coding" panose="020B0609020101020101" pitchFamily="49" charset="-127"/>
            </a:endParaRPr>
          </a:p>
          <a:p>
            <a:pPr lvl="1" algn="l">
              <a:lnSpc>
                <a:spcPct val="150000"/>
              </a:lnSpc>
            </a:pPr>
            <a:r>
              <a:rPr lang="en-US" altLang="ko-KR" sz="1600" b="0" i="0" dirty="0">
                <a:solidFill>
                  <a:schemeClr val="accent1">
                    <a:lumMod val="75000"/>
                  </a:schemeClr>
                </a:solidFill>
                <a:effectLst/>
                <a:latin typeface="D2Coding" panose="020B0609020101020101" pitchFamily="49" charset="-127"/>
                <a:ea typeface="D2Coding" panose="020B0609020101020101" pitchFamily="49" charset="-127"/>
                <a:hlinkClick r:id="rId10">
                  <a:extLst>
                    <a:ext uri="{A12FA001-AC4F-418D-AE19-62706E023703}">
                      <ahyp:hlinkClr xmlns:ahyp="http://schemas.microsoft.com/office/drawing/2018/hyperlinkcolor" val="tx"/>
                    </a:ext>
                  </a:extLst>
                </a:hlinkClick>
              </a:rPr>
              <a:t>3.2.1. Exhaustive Grid Search</a:t>
            </a:r>
            <a:endParaRPr lang="en-US" altLang="ko-KR" sz="1600" b="0" i="0" dirty="0">
              <a:solidFill>
                <a:schemeClr val="accent1">
                  <a:lumMod val="75000"/>
                </a:schemeClr>
              </a:solidFill>
              <a:effectLst/>
              <a:latin typeface="D2Coding" panose="020B0609020101020101" pitchFamily="49" charset="-127"/>
              <a:ea typeface="D2Coding" panose="020B0609020101020101" pitchFamily="49" charset="-127"/>
            </a:endParaRPr>
          </a:p>
          <a:p>
            <a:pPr lvl="1" algn="l">
              <a:lnSpc>
                <a:spcPct val="150000"/>
              </a:lnSpc>
            </a:pPr>
            <a:r>
              <a:rPr lang="en-US" altLang="ko-KR" sz="1600" b="0" i="0" dirty="0">
                <a:solidFill>
                  <a:schemeClr val="accent1">
                    <a:lumMod val="75000"/>
                  </a:schemeClr>
                </a:solidFill>
                <a:effectLst/>
                <a:latin typeface="D2Coding" panose="020B0609020101020101" pitchFamily="49" charset="-127"/>
                <a:ea typeface="D2Coding" panose="020B0609020101020101" pitchFamily="49" charset="-127"/>
                <a:hlinkClick r:id="rId11">
                  <a:extLst>
                    <a:ext uri="{A12FA001-AC4F-418D-AE19-62706E023703}">
                      <ahyp:hlinkClr xmlns:ahyp="http://schemas.microsoft.com/office/drawing/2018/hyperlinkcolor" val="tx"/>
                    </a:ext>
                  </a:extLst>
                </a:hlinkClick>
              </a:rPr>
              <a:t>3.2.2. Randomized Parameter Optimization</a:t>
            </a:r>
            <a:endParaRPr lang="en-US" altLang="ko-KR" sz="1600" b="0" i="0" dirty="0">
              <a:solidFill>
                <a:schemeClr val="accent1">
                  <a:lumMod val="75000"/>
                </a:schemeClr>
              </a:solidFill>
              <a:effectLst/>
              <a:latin typeface="D2Coding" panose="020B0609020101020101" pitchFamily="49" charset="-127"/>
              <a:ea typeface="D2Coding" panose="020B0609020101020101" pitchFamily="49" charset="-127"/>
            </a:endParaRPr>
          </a:p>
          <a:p>
            <a:pPr lvl="1" algn="l">
              <a:lnSpc>
                <a:spcPct val="150000"/>
              </a:lnSpc>
            </a:pPr>
            <a:r>
              <a:rPr lang="en-US" altLang="ko-KR" sz="1600" b="0" i="0" dirty="0">
                <a:solidFill>
                  <a:schemeClr val="accent1">
                    <a:lumMod val="75000"/>
                  </a:schemeClr>
                </a:solidFill>
                <a:effectLst/>
                <a:latin typeface="D2Coding" panose="020B0609020101020101" pitchFamily="49" charset="-127"/>
                <a:ea typeface="D2Coding" panose="020B0609020101020101" pitchFamily="49" charset="-127"/>
                <a:hlinkClick r:id="rId12">
                  <a:extLst>
                    <a:ext uri="{A12FA001-AC4F-418D-AE19-62706E023703}">
                      <ahyp:hlinkClr xmlns:ahyp="http://schemas.microsoft.com/office/drawing/2018/hyperlinkcolor" val="tx"/>
                    </a:ext>
                  </a:extLst>
                </a:hlinkClick>
              </a:rPr>
              <a:t>3.2.3. Searching for optimal parameters with successive halving</a:t>
            </a:r>
            <a:endParaRPr lang="en-US" altLang="ko-KR" sz="1600" b="0" i="0" dirty="0">
              <a:solidFill>
                <a:schemeClr val="accent1">
                  <a:lumMod val="75000"/>
                </a:schemeClr>
              </a:solidFill>
              <a:effectLst/>
              <a:latin typeface="D2Coding" panose="020B0609020101020101" pitchFamily="49" charset="-127"/>
              <a:ea typeface="D2Coding" panose="020B0609020101020101" pitchFamily="49" charset="-127"/>
            </a:endParaRPr>
          </a:p>
          <a:p>
            <a:pPr lvl="1" algn="l">
              <a:lnSpc>
                <a:spcPct val="150000"/>
              </a:lnSpc>
            </a:pPr>
            <a:r>
              <a:rPr lang="en-US" altLang="ko-KR" sz="1600" b="0" i="0" dirty="0">
                <a:solidFill>
                  <a:schemeClr val="accent1">
                    <a:lumMod val="75000"/>
                  </a:schemeClr>
                </a:solidFill>
                <a:effectLst/>
                <a:latin typeface="D2Coding" panose="020B0609020101020101" pitchFamily="49" charset="-127"/>
                <a:ea typeface="D2Coding" panose="020B0609020101020101" pitchFamily="49" charset="-127"/>
                <a:hlinkClick r:id="rId13">
                  <a:extLst>
                    <a:ext uri="{A12FA001-AC4F-418D-AE19-62706E023703}">
                      <ahyp:hlinkClr xmlns:ahyp="http://schemas.microsoft.com/office/drawing/2018/hyperlinkcolor" val="tx"/>
                    </a:ext>
                  </a:extLst>
                </a:hlinkClick>
              </a:rPr>
              <a:t>3.2.4. Tips for parameter search</a:t>
            </a:r>
            <a:endParaRPr lang="en-US" altLang="ko-KR" sz="1600" b="0" i="0" dirty="0">
              <a:solidFill>
                <a:schemeClr val="accent1">
                  <a:lumMod val="75000"/>
                </a:schemeClr>
              </a:solidFill>
              <a:effectLst/>
              <a:latin typeface="D2Coding" panose="020B0609020101020101" pitchFamily="49" charset="-127"/>
              <a:ea typeface="D2Coding" panose="020B0609020101020101" pitchFamily="49" charset="-127"/>
            </a:endParaRPr>
          </a:p>
          <a:p>
            <a:pPr lvl="1" algn="l">
              <a:lnSpc>
                <a:spcPct val="150000"/>
              </a:lnSpc>
            </a:pPr>
            <a:r>
              <a:rPr lang="en-US" altLang="ko-KR" sz="1600" b="0" i="0" dirty="0">
                <a:solidFill>
                  <a:schemeClr val="accent1">
                    <a:lumMod val="75000"/>
                  </a:schemeClr>
                </a:solidFill>
                <a:effectLst/>
                <a:latin typeface="D2Coding" panose="020B0609020101020101" pitchFamily="49" charset="-127"/>
                <a:ea typeface="D2Coding" panose="020B0609020101020101" pitchFamily="49" charset="-127"/>
                <a:hlinkClick r:id="rId14">
                  <a:extLst>
                    <a:ext uri="{A12FA001-AC4F-418D-AE19-62706E023703}">
                      <ahyp:hlinkClr xmlns:ahyp="http://schemas.microsoft.com/office/drawing/2018/hyperlinkcolor" val="tx"/>
                    </a:ext>
                  </a:extLst>
                </a:hlinkClick>
              </a:rPr>
              <a:t>3.2.5. Alternatives to brute force parameter search</a:t>
            </a:r>
            <a:endParaRPr lang="en-US" altLang="ko-KR" sz="1600" b="0" i="0" dirty="0">
              <a:solidFill>
                <a:schemeClr val="accent1">
                  <a:lumMod val="75000"/>
                </a:schemeClr>
              </a:solidFill>
              <a:effectLst/>
              <a:latin typeface="D2Coding" panose="020B0609020101020101" pitchFamily="49" charset="-127"/>
              <a:ea typeface="D2Coding" panose="020B0609020101020101" pitchFamily="49" charset="-127"/>
            </a:endParaRPr>
          </a:p>
        </p:txBody>
      </p:sp>
    </p:spTree>
    <p:extLst>
      <p:ext uri="{BB962C8B-B14F-4D97-AF65-F5344CB8AC3E}">
        <p14:creationId xmlns:p14="http://schemas.microsoft.com/office/powerpoint/2010/main" val="3037908167"/>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05AC23C-9423-499C-1167-34509EB466A0}"/>
            </a:ext>
          </a:extLst>
        </p:cNvPr>
        <p:cNvGrpSpPr/>
        <p:nvPr/>
      </p:nvGrpSpPr>
      <p:grpSpPr>
        <a:xfrm>
          <a:off x="0" y="0"/>
          <a:ext cx="0" cy="0"/>
          <a:chOff x="0" y="0"/>
          <a:chExt cx="0" cy="0"/>
        </a:xfrm>
      </p:grpSpPr>
      <p:sp>
        <p:nvSpPr>
          <p:cNvPr id="4" name="슬라이드 번호 개체 틀 3">
            <a:extLst>
              <a:ext uri="{FF2B5EF4-FFF2-40B4-BE49-F238E27FC236}">
                <a16:creationId xmlns:a16="http://schemas.microsoft.com/office/drawing/2014/main" id="{5FA5E743-9109-FE64-F0D9-CC228C65D4BE}"/>
              </a:ext>
            </a:extLst>
          </p:cNvPr>
          <p:cNvSpPr>
            <a:spLocks noGrp="1"/>
          </p:cNvSpPr>
          <p:nvPr>
            <p:ph type="sldNum" sz="quarter" idx="12"/>
          </p:nvPr>
        </p:nvSpPr>
        <p:spPr>
          <a:xfrm>
            <a:off x="10514011" y="6036261"/>
            <a:ext cx="753545" cy="365125"/>
          </a:xfrm>
        </p:spPr>
        <p:txBody>
          <a:bodyPr/>
          <a:lstStyle/>
          <a:p>
            <a:fld id="{D57F1E4F-1CFF-5643-939E-217C01CDF565}" type="slidenum">
              <a:rPr lang="en-US" smtClean="0"/>
              <a:pPr/>
              <a:t>3</a:t>
            </a:fld>
            <a:endParaRPr lang="en-US" dirty="0"/>
          </a:p>
        </p:txBody>
      </p:sp>
      <p:sp>
        <p:nvSpPr>
          <p:cNvPr id="3" name="제목 1">
            <a:extLst>
              <a:ext uri="{FF2B5EF4-FFF2-40B4-BE49-F238E27FC236}">
                <a16:creationId xmlns:a16="http://schemas.microsoft.com/office/drawing/2014/main" id="{A21E4D64-4CDC-ECA0-D579-9980AF92B1C0}"/>
              </a:ext>
            </a:extLst>
          </p:cNvPr>
          <p:cNvSpPr txBox="1">
            <a:spLocks/>
          </p:cNvSpPr>
          <p:nvPr/>
        </p:nvSpPr>
        <p:spPr>
          <a:xfrm>
            <a:off x="475645" y="481983"/>
            <a:ext cx="10353762" cy="766439"/>
          </a:xfrm>
          <a:prstGeom prst="rect">
            <a:avLst/>
          </a:prstGeom>
        </p:spPr>
        <p:txBody>
          <a:bodyPr vert="horz" lIns="91440" tIns="45720" rIns="91440" bIns="45720" rtlCol="0" anchor="ctr">
            <a:normAutofit/>
          </a:bodyPr>
          <a:lstStyle>
            <a:lvl1pPr algn="ctr" defTabSz="914400" rtl="0" eaLnBrk="1" latinLnBrk="1" hangingPunct="1">
              <a:lnSpc>
                <a:spcPct val="90000"/>
              </a:lnSpc>
              <a:spcBef>
                <a:spcPct val="0"/>
              </a:spcBef>
              <a:buNone/>
              <a:defRPr sz="3200" kern="1200" cap="all" baseline="0">
                <a:solidFill>
                  <a:schemeClr val="tx1"/>
                </a:solidFill>
                <a:effectLst/>
                <a:latin typeface="Batang" panose="02030600000101010101" pitchFamily="18" charset="-127"/>
                <a:ea typeface="Batang" panose="02030600000101010101" pitchFamily="18" charset="-127"/>
                <a:cs typeface="+mj-cs"/>
              </a:defRPr>
            </a:lvl1pPr>
          </a:lstStyle>
          <a:p>
            <a:pPr algn="l"/>
            <a:r>
              <a:rPr lang="en-US" altLang="ko-KR" sz="2800" cap="none" dirty="0">
                <a:solidFill>
                  <a:schemeClr val="bg2">
                    <a:lumMod val="25000"/>
                  </a:schemeClr>
                </a:solidFill>
                <a:latin typeface="D2Coding" panose="020B0609020101020101" pitchFamily="49" charset="-127"/>
                <a:ea typeface="D2Coding" panose="020B0609020101020101" pitchFamily="49" charset="-127"/>
                <a:cs typeface="Segoe UI Light" panose="020B0502040204020203" pitchFamily="34" charset="0"/>
              </a:rPr>
              <a:t>Contents</a:t>
            </a:r>
            <a:endParaRPr lang="ko-KR" altLang="en-US" sz="2800" cap="none" dirty="0">
              <a:solidFill>
                <a:schemeClr val="bg2">
                  <a:lumMod val="25000"/>
                </a:schemeClr>
              </a:solidFill>
              <a:latin typeface="D2Coding" panose="020B0609020101020101" pitchFamily="49" charset="-127"/>
              <a:ea typeface="D2Coding" panose="020B0609020101020101" pitchFamily="49" charset="-127"/>
              <a:cs typeface="Segoe UI Light" panose="020B0502040204020203" pitchFamily="34" charset="0"/>
            </a:endParaRPr>
          </a:p>
        </p:txBody>
      </p:sp>
      <p:sp>
        <p:nvSpPr>
          <p:cNvPr id="6" name="TextBox 5">
            <a:extLst>
              <a:ext uri="{FF2B5EF4-FFF2-40B4-BE49-F238E27FC236}">
                <a16:creationId xmlns:a16="http://schemas.microsoft.com/office/drawing/2014/main" id="{532B2F7D-0840-7DE0-A25C-2E6408376E13}"/>
              </a:ext>
            </a:extLst>
          </p:cNvPr>
          <p:cNvSpPr txBox="1"/>
          <p:nvPr/>
        </p:nvSpPr>
        <p:spPr>
          <a:xfrm>
            <a:off x="613166" y="1315633"/>
            <a:ext cx="7575794" cy="5225148"/>
          </a:xfrm>
          <a:prstGeom prst="rect">
            <a:avLst/>
          </a:prstGeom>
          <a:noFill/>
        </p:spPr>
        <p:txBody>
          <a:bodyPr wrap="square">
            <a:spAutoFit/>
          </a:bodyPr>
          <a:lstStyle/>
          <a:p>
            <a:pPr>
              <a:lnSpc>
                <a:spcPct val="150000"/>
              </a:lnSpc>
            </a:pPr>
            <a:r>
              <a:rPr lang="en-US" altLang="ko-KR" sz="1600" b="1" dirty="0">
                <a:solidFill>
                  <a:schemeClr val="accent1">
                    <a:lumMod val="75000"/>
                  </a:schemeClr>
                </a:solidFill>
                <a:latin typeface="D2Coding" panose="020B0609020101020101" pitchFamily="49" charset="-127"/>
                <a:ea typeface="D2Coding" panose="020B0609020101020101" pitchFamily="49" charset="-127"/>
                <a:hlinkClick r:id="rId2">
                  <a:extLst>
                    <a:ext uri="{A12FA001-AC4F-418D-AE19-62706E023703}">
                      <ahyp:hlinkClr xmlns:ahyp="http://schemas.microsoft.com/office/drawing/2018/hyperlinkcolor" val="tx"/>
                    </a:ext>
                  </a:extLst>
                </a:hlinkClick>
              </a:rPr>
              <a:t>3.3. Tuning the decision threshold for class prediction</a:t>
            </a:r>
            <a:endParaRPr lang="en-US" altLang="ko-KR" sz="1600" dirty="0">
              <a:solidFill>
                <a:schemeClr val="accent1">
                  <a:lumMod val="75000"/>
                </a:schemeClr>
              </a:solidFill>
              <a:latin typeface="D2Coding" panose="020B0609020101020101" pitchFamily="49" charset="-127"/>
              <a:ea typeface="D2Coding" panose="020B0609020101020101" pitchFamily="49" charset="-127"/>
            </a:endParaRPr>
          </a:p>
          <a:p>
            <a:pPr lvl="1">
              <a:lnSpc>
                <a:spcPct val="150000"/>
              </a:lnSpc>
            </a:pPr>
            <a:r>
              <a:rPr lang="en-US" altLang="ko-KR" sz="1600" dirty="0">
                <a:solidFill>
                  <a:schemeClr val="accent1">
                    <a:lumMod val="75000"/>
                  </a:schemeClr>
                </a:solidFill>
                <a:latin typeface="D2Coding" panose="020B0609020101020101" pitchFamily="49" charset="-127"/>
                <a:ea typeface="D2Coding" panose="020B0609020101020101" pitchFamily="49" charset="-127"/>
                <a:hlinkClick r:id="rId3">
                  <a:extLst>
                    <a:ext uri="{A12FA001-AC4F-418D-AE19-62706E023703}">
                      <ahyp:hlinkClr xmlns:ahyp="http://schemas.microsoft.com/office/drawing/2018/hyperlinkcolor" val="tx"/>
                    </a:ext>
                  </a:extLst>
                </a:hlinkClick>
              </a:rPr>
              <a:t>3.3.1. Post-tuning the decision threshold</a:t>
            </a:r>
            <a:endParaRPr lang="en-US" altLang="ko-KR" sz="1600" b="1" i="0" dirty="0">
              <a:solidFill>
                <a:schemeClr val="accent1">
                  <a:lumMod val="75000"/>
                </a:schemeClr>
              </a:solidFill>
              <a:effectLst/>
              <a:latin typeface="D2Coding" panose="020B0609020101020101" pitchFamily="49" charset="-127"/>
              <a:ea typeface="D2Coding" panose="020B0609020101020101" pitchFamily="49" charset="-127"/>
              <a:hlinkClick r:id="rId4">
                <a:extLst>
                  <a:ext uri="{A12FA001-AC4F-418D-AE19-62706E023703}">
                    <ahyp:hlinkClr xmlns:ahyp="http://schemas.microsoft.com/office/drawing/2018/hyperlinkcolor" val="tx"/>
                  </a:ext>
                </a:extLst>
              </a:hlinkClick>
            </a:endParaRPr>
          </a:p>
          <a:p>
            <a:pPr algn="l">
              <a:lnSpc>
                <a:spcPct val="150000"/>
              </a:lnSpc>
            </a:pPr>
            <a:r>
              <a:rPr lang="en-US" altLang="ko-KR" sz="1600" b="1" i="0" dirty="0">
                <a:solidFill>
                  <a:schemeClr val="accent1">
                    <a:lumMod val="75000"/>
                  </a:schemeClr>
                </a:solidFill>
                <a:effectLst/>
                <a:latin typeface="D2Coding" panose="020B0609020101020101" pitchFamily="49" charset="-127"/>
                <a:ea typeface="D2Coding" panose="020B0609020101020101" pitchFamily="49" charset="-127"/>
                <a:hlinkClick r:id="rId4">
                  <a:extLst>
                    <a:ext uri="{A12FA001-AC4F-418D-AE19-62706E023703}">
                      <ahyp:hlinkClr xmlns:ahyp="http://schemas.microsoft.com/office/drawing/2018/hyperlinkcolor" val="tx"/>
                    </a:ext>
                  </a:extLst>
                </a:hlinkClick>
              </a:rPr>
              <a:t>3.4. Metrics and scoring: quantifying the quality of predictions</a:t>
            </a:r>
            <a:endParaRPr lang="en-US" altLang="ko-KR" sz="1600" b="0" i="0" dirty="0">
              <a:solidFill>
                <a:schemeClr val="accent1">
                  <a:lumMod val="75000"/>
                </a:schemeClr>
              </a:solidFill>
              <a:effectLst/>
              <a:latin typeface="D2Coding" panose="020B0609020101020101" pitchFamily="49" charset="-127"/>
              <a:ea typeface="D2Coding" panose="020B0609020101020101" pitchFamily="49" charset="-127"/>
            </a:endParaRPr>
          </a:p>
          <a:p>
            <a:pPr lvl="1" algn="l">
              <a:lnSpc>
                <a:spcPct val="150000"/>
              </a:lnSpc>
            </a:pPr>
            <a:r>
              <a:rPr lang="en-US" altLang="ko-KR" sz="1600" b="0" i="0" dirty="0">
                <a:solidFill>
                  <a:schemeClr val="accent1">
                    <a:lumMod val="75000"/>
                  </a:schemeClr>
                </a:solidFill>
                <a:effectLst/>
                <a:latin typeface="D2Coding" panose="020B0609020101020101" pitchFamily="49" charset="-127"/>
                <a:ea typeface="D2Coding" panose="020B0609020101020101" pitchFamily="49" charset="-127"/>
                <a:hlinkClick r:id="rId5">
                  <a:extLst>
                    <a:ext uri="{A12FA001-AC4F-418D-AE19-62706E023703}">
                      <ahyp:hlinkClr xmlns:ahyp="http://schemas.microsoft.com/office/drawing/2018/hyperlinkcolor" val="tx"/>
                    </a:ext>
                  </a:extLst>
                </a:hlinkClick>
              </a:rPr>
              <a:t>3.4.1. Which scoring function should I use?</a:t>
            </a:r>
            <a:endParaRPr lang="en-US" altLang="ko-KR" sz="1600" b="0" i="0" dirty="0">
              <a:solidFill>
                <a:schemeClr val="accent1">
                  <a:lumMod val="75000"/>
                </a:schemeClr>
              </a:solidFill>
              <a:effectLst/>
              <a:latin typeface="D2Coding" panose="020B0609020101020101" pitchFamily="49" charset="-127"/>
              <a:ea typeface="D2Coding" panose="020B0609020101020101" pitchFamily="49" charset="-127"/>
            </a:endParaRPr>
          </a:p>
          <a:p>
            <a:pPr lvl="1" algn="l">
              <a:lnSpc>
                <a:spcPct val="150000"/>
              </a:lnSpc>
            </a:pPr>
            <a:r>
              <a:rPr lang="en-US" altLang="ko-KR" sz="1600" b="0" i="0" dirty="0">
                <a:solidFill>
                  <a:schemeClr val="accent1">
                    <a:lumMod val="75000"/>
                  </a:schemeClr>
                </a:solidFill>
                <a:effectLst/>
                <a:latin typeface="D2Coding" panose="020B0609020101020101" pitchFamily="49" charset="-127"/>
                <a:ea typeface="D2Coding" panose="020B0609020101020101" pitchFamily="49" charset="-127"/>
                <a:hlinkClick r:id="rId6">
                  <a:extLst>
                    <a:ext uri="{A12FA001-AC4F-418D-AE19-62706E023703}">
                      <ahyp:hlinkClr xmlns:ahyp="http://schemas.microsoft.com/office/drawing/2018/hyperlinkcolor" val="tx"/>
                    </a:ext>
                  </a:extLst>
                </a:hlinkClick>
              </a:rPr>
              <a:t>3.4.2. Scoring API overview</a:t>
            </a:r>
            <a:endParaRPr lang="en-US" altLang="ko-KR" sz="1600" b="0" i="0" dirty="0">
              <a:solidFill>
                <a:schemeClr val="accent1">
                  <a:lumMod val="75000"/>
                </a:schemeClr>
              </a:solidFill>
              <a:effectLst/>
              <a:latin typeface="D2Coding" panose="020B0609020101020101" pitchFamily="49" charset="-127"/>
              <a:ea typeface="D2Coding" panose="020B0609020101020101" pitchFamily="49" charset="-127"/>
            </a:endParaRPr>
          </a:p>
          <a:p>
            <a:pPr lvl="1" algn="l">
              <a:lnSpc>
                <a:spcPct val="150000"/>
              </a:lnSpc>
            </a:pPr>
            <a:r>
              <a:rPr lang="en-US" altLang="ko-KR" sz="1600" b="0" i="0" dirty="0">
                <a:solidFill>
                  <a:schemeClr val="accent1">
                    <a:lumMod val="75000"/>
                  </a:schemeClr>
                </a:solidFill>
                <a:effectLst/>
                <a:latin typeface="D2Coding" panose="020B0609020101020101" pitchFamily="49" charset="-127"/>
                <a:ea typeface="D2Coding" panose="020B0609020101020101" pitchFamily="49" charset="-127"/>
                <a:hlinkClick r:id="rId7">
                  <a:extLst>
                    <a:ext uri="{A12FA001-AC4F-418D-AE19-62706E023703}">
                      <ahyp:hlinkClr xmlns:ahyp="http://schemas.microsoft.com/office/drawing/2018/hyperlinkcolor" val="tx"/>
                    </a:ext>
                  </a:extLst>
                </a:hlinkClick>
              </a:rPr>
              <a:t>3.4.3. The </a:t>
            </a:r>
            <a:r>
              <a:rPr lang="en-US" altLang="ko-KR" sz="1600" b="1" i="0" dirty="0">
                <a:solidFill>
                  <a:schemeClr val="accent1">
                    <a:lumMod val="75000"/>
                  </a:schemeClr>
                </a:solidFill>
                <a:effectLst/>
                <a:latin typeface="D2Coding" panose="020B0609020101020101" pitchFamily="49" charset="-127"/>
                <a:ea typeface="D2Coding" panose="020B0609020101020101" pitchFamily="49" charset="-127"/>
                <a:hlinkClick r:id="rId7">
                  <a:extLst>
                    <a:ext uri="{A12FA001-AC4F-418D-AE19-62706E023703}">
                      <ahyp:hlinkClr xmlns:ahyp="http://schemas.microsoft.com/office/drawing/2018/hyperlinkcolor" val="tx"/>
                    </a:ext>
                  </a:extLst>
                </a:hlinkClick>
              </a:rPr>
              <a:t>scoring</a:t>
            </a:r>
            <a:r>
              <a:rPr lang="en-US" altLang="ko-KR" sz="1600" b="0" i="0" dirty="0">
                <a:solidFill>
                  <a:schemeClr val="accent1">
                    <a:lumMod val="75000"/>
                  </a:schemeClr>
                </a:solidFill>
                <a:effectLst/>
                <a:latin typeface="D2Coding" panose="020B0609020101020101" pitchFamily="49" charset="-127"/>
                <a:ea typeface="D2Coding" panose="020B0609020101020101" pitchFamily="49" charset="-127"/>
                <a:hlinkClick r:id="rId7">
                  <a:extLst>
                    <a:ext uri="{A12FA001-AC4F-418D-AE19-62706E023703}">
                      <ahyp:hlinkClr xmlns:ahyp="http://schemas.microsoft.com/office/drawing/2018/hyperlinkcolor" val="tx"/>
                    </a:ext>
                  </a:extLst>
                </a:hlinkClick>
              </a:rPr>
              <a:t> parameter: defining model evaluation rules</a:t>
            </a:r>
            <a:endParaRPr lang="en-US" altLang="ko-KR" sz="1600" b="0" i="0" dirty="0">
              <a:solidFill>
                <a:schemeClr val="accent1">
                  <a:lumMod val="75000"/>
                </a:schemeClr>
              </a:solidFill>
              <a:effectLst/>
              <a:latin typeface="D2Coding" panose="020B0609020101020101" pitchFamily="49" charset="-127"/>
              <a:ea typeface="D2Coding" panose="020B0609020101020101" pitchFamily="49" charset="-127"/>
            </a:endParaRPr>
          </a:p>
          <a:p>
            <a:pPr lvl="1" algn="l">
              <a:lnSpc>
                <a:spcPct val="150000"/>
              </a:lnSpc>
            </a:pPr>
            <a:r>
              <a:rPr lang="en-US" altLang="ko-KR" sz="1600" b="0" i="0" dirty="0">
                <a:solidFill>
                  <a:schemeClr val="accent1">
                    <a:lumMod val="75000"/>
                  </a:schemeClr>
                </a:solidFill>
                <a:effectLst/>
                <a:latin typeface="D2Coding" panose="020B0609020101020101" pitchFamily="49" charset="-127"/>
                <a:ea typeface="D2Coding" panose="020B0609020101020101" pitchFamily="49" charset="-127"/>
                <a:hlinkClick r:id="rId8">
                  <a:extLst>
                    <a:ext uri="{A12FA001-AC4F-418D-AE19-62706E023703}">
                      <ahyp:hlinkClr xmlns:ahyp="http://schemas.microsoft.com/office/drawing/2018/hyperlinkcolor" val="tx"/>
                    </a:ext>
                  </a:extLst>
                </a:hlinkClick>
              </a:rPr>
              <a:t>3.4.4. Classification metrics</a:t>
            </a:r>
            <a:endParaRPr lang="en-US" altLang="ko-KR" sz="1600" b="0" i="0" dirty="0">
              <a:solidFill>
                <a:schemeClr val="accent1">
                  <a:lumMod val="75000"/>
                </a:schemeClr>
              </a:solidFill>
              <a:effectLst/>
              <a:latin typeface="D2Coding" panose="020B0609020101020101" pitchFamily="49" charset="-127"/>
              <a:ea typeface="D2Coding" panose="020B0609020101020101" pitchFamily="49" charset="-127"/>
            </a:endParaRPr>
          </a:p>
          <a:p>
            <a:pPr lvl="1" algn="l">
              <a:lnSpc>
                <a:spcPct val="150000"/>
              </a:lnSpc>
            </a:pPr>
            <a:r>
              <a:rPr lang="en-US" altLang="ko-KR" sz="1600" b="0" i="0" dirty="0">
                <a:solidFill>
                  <a:schemeClr val="accent1">
                    <a:lumMod val="75000"/>
                  </a:schemeClr>
                </a:solidFill>
                <a:effectLst/>
                <a:latin typeface="D2Coding" panose="020B0609020101020101" pitchFamily="49" charset="-127"/>
                <a:ea typeface="D2Coding" panose="020B0609020101020101" pitchFamily="49" charset="-127"/>
                <a:hlinkClick r:id="rId9">
                  <a:extLst>
                    <a:ext uri="{A12FA001-AC4F-418D-AE19-62706E023703}">
                      <ahyp:hlinkClr xmlns:ahyp="http://schemas.microsoft.com/office/drawing/2018/hyperlinkcolor" val="tx"/>
                    </a:ext>
                  </a:extLst>
                </a:hlinkClick>
              </a:rPr>
              <a:t>3.4.5. Multilabel ranking metrics</a:t>
            </a:r>
            <a:endParaRPr lang="en-US" altLang="ko-KR" sz="1600" b="0" i="0" dirty="0">
              <a:solidFill>
                <a:schemeClr val="accent1">
                  <a:lumMod val="75000"/>
                </a:schemeClr>
              </a:solidFill>
              <a:effectLst/>
              <a:latin typeface="D2Coding" panose="020B0609020101020101" pitchFamily="49" charset="-127"/>
              <a:ea typeface="D2Coding" panose="020B0609020101020101" pitchFamily="49" charset="-127"/>
            </a:endParaRPr>
          </a:p>
          <a:p>
            <a:pPr lvl="1" algn="l">
              <a:lnSpc>
                <a:spcPct val="150000"/>
              </a:lnSpc>
            </a:pPr>
            <a:r>
              <a:rPr lang="en-US" altLang="ko-KR" sz="1600" b="0" i="0" dirty="0">
                <a:solidFill>
                  <a:schemeClr val="accent1">
                    <a:lumMod val="75000"/>
                  </a:schemeClr>
                </a:solidFill>
                <a:effectLst/>
                <a:latin typeface="D2Coding" panose="020B0609020101020101" pitchFamily="49" charset="-127"/>
                <a:ea typeface="D2Coding" panose="020B0609020101020101" pitchFamily="49" charset="-127"/>
                <a:hlinkClick r:id="rId10">
                  <a:extLst>
                    <a:ext uri="{A12FA001-AC4F-418D-AE19-62706E023703}">
                      <ahyp:hlinkClr xmlns:ahyp="http://schemas.microsoft.com/office/drawing/2018/hyperlinkcolor" val="tx"/>
                    </a:ext>
                  </a:extLst>
                </a:hlinkClick>
              </a:rPr>
              <a:t>3.4.6. Regression metrics</a:t>
            </a:r>
            <a:endParaRPr lang="en-US" altLang="ko-KR" sz="1600" b="0" i="0" dirty="0">
              <a:solidFill>
                <a:schemeClr val="accent1">
                  <a:lumMod val="75000"/>
                </a:schemeClr>
              </a:solidFill>
              <a:effectLst/>
              <a:latin typeface="D2Coding" panose="020B0609020101020101" pitchFamily="49" charset="-127"/>
              <a:ea typeface="D2Coding" panose="020B0609020101020101" pitchFamily="49" charset="-127"/>
            </a:endParaRPr>
          </a:p>
          <a:p>
            <a:pPr lvl="1" algn="l">
              <a:lnSpc>
                <a:spcPct val="150000"/>
              </a:lnSpc>
            </a:pPr>
            <a:r>
              <a:rPr lang="en-US" altLang="ko-KR" sz="1600" b="0" i="0" dirty="0">
                <a:solidFill>
                  <a:schemeClr val="accent1">
                    <a:lumMod val="75000"/>
                  </a:schemeClr>
                </a:solidFill>
                <a:effectLst/>
                <a:latin typeface="D2Coding" panose="020B0609020101020101" pitchFamily="49" charset="-127"/>
                <a:ea typeface="D2Coding" panose="020B0609020101020101" pitchFamily="49" charset="-127"/>
                <a:hlinkClick r:id="rId11">
                  <a:extLst>
                    <a:ext uri="{A12FA001-AC4F-418D-AE19-62706E023703}">
                      <ahyp:hlinkClr xmlns:ahyp="http://schemas.microsoft.com/office/drawing/2018/hyperlinkcolor" val="tx"/>
                    </a:ext>
                  </a:extLst>
                </a:hlinkClick>
              </a:rPr>
              <a:t>3.4.7. Clustering metrics</a:t>
            </a:r>
            <a:endParaRPr lang="en-US" altLang="ko-KR" sz="1600" b="0" i="0" dirty="0">
              <a:solidFill>
                <a:schemeClr val="accent1">
                  <a:lumMod val="75000"/>
                </a:schemeClr>
              </a:solidFill>
              <a:effectLst/>
              <a:latin typeface="D2Coding" panose="020B0609020101020101" pitchFamily="49" charset="-127"/>
              <a:ea typeface="D2Coding" panose="020B0609020101020101" pitchFamily="49" charset="-127"/>
            </a:endParaRPr>
          </a:p>
          <a:p>
            <a:pPr lvl="1" algn="l">
              <a:lnSpc>
                <a:spcPct val="150000"/>
              </a:lnSpc>
            </a:pPr>
            <a:r>
              <a:rPr lang="en-US" altLang="ko-KR" sz="1600" b="0" i="0" dirty="0">
                <a:solidFill>
                  <a:schemeClr val="accent1">
                    <a:lumMod val="75000"/>
                  </a:schemeClr>
                </a:solidFill>
                <a:effectLst/>
                <a:latin typeface="D2Coding" panose="020B0609020101020101" pitchFamily="49" charset="-127"/>
                <a:ea typeface="D2Coding" panose="020B0609020101020101" pitchFamily="49" charset="-127"/>
                <a:hlinkClick r:id="rId12">
                  <a:extLst>
                    <a:ext uri="{A12FA001-AC4F-418D-AE19-62706E023703}">
                      <ahyp:hlinkClr xmlns:ahyp="http://schemas.microsoft.com/office/drawing/2018/hyperlinkcolor" val="tx"/>
                    </a:ext>
                  </a:extLst>
                </a:hlinkClick>
              </a:rPr>
              <a:t>3.4.8. Dummy estimators</a:t>
            </a:r>
            <a:endParaRPr lang="en-US" altLang="ko-KR" sz="1600" b="0" i="0" dirty="0">
              <a:solidFill>
                <a:schemeClr val="accent1">
                  <a:lumMod val="75000"/>
                </a:schemeClr>
              </a:solidFill>
              <a:effectLst/>
              <a:latin typeface="D2Coding" panose="020B0609020101020101" pitchFamily="49" charset="-127"/>
              <a:ea typeface="D2Coding" panose="020B0609020101020101" pitchFamily="49" charset="-127"/>
            </a:endParaRPr>
          </a:p>
          <a:p>
            <a:pPr algn="l">
              <a:lnSpc>
                <a:spcPct val="150000"/>
              </a:lnSpc>
            </a:pPr>
            <a:r>
              <a:rPr lang="en-US" altLang="ko-KR" sz="1600" b="1" i="0" dirty="0">
                <a:solidFill>
                  <a:schemeClr val="accent1">
                    <a:lumMod val="75000"/>
                  </a:schemeClr>
                </a:solidFill>
                <a:effectLst/>
                <a:latin typeface="D2Coding" panose="020B0609020101020101" pitchFamily="49" charset="-127"/>
                <a:ea typeface="D2Coding" panose="020B0609020101020101" pitchFamily="49" charset="-127"/>
                <a:hlinkClick r:id="rId13">
                  <a:extLst>
                    <a:ext uri="{A12FA001-AC4F-418D-AE19-62706E023703}">
                      <ahyp:hlinkClr xmlns:ahyp="http://schemas.microsoft.com/office/drawing/2018/hyperlinkcolor" val="tx"/>
                    </a:ext>
                  </a:extLst>
                </a:hlinkClick>
              </a:rPr>
              <a:t>3.5. Validation curves: plotting scores to evaluate models</a:t>
            </a:r>
            <a:endParaRPr lang="en-US" altLang="ko-KR" sz="1600" b="0" i="0" dirty="0">
              <a:solidFill>
                <a:schemeClr val="accent1">
                  <a:lumMod val="75000"/>
                </a:schemeClr>
              </a:solidFill>
              <a:effectLst/>
              <a:latin typeface="D2Coding" panose="020B0609020101020101" pitchFamily="49" charset="-127"/>
              <a:ea typeface="D2Coding" panose="020B0609020101020101" pitchFamily="49" charset="-127"/>
            </a:endParaRPr>
          </a:p>
          <a:p>
            <a:pPr lvl="1" algn="l">
              <a:lnSpc>
                <a:spcPct val="150000"/>
              </a:lnSpc>
            </a:pPr>
            <a:r>
              <a:rPr lang="en-US" altLang="ko-KR" sz="1600" b="0" i="0" dirty="0">
                <a:solidFill>
                  <a:schemeClr val="accent1">
                    <a:lumMod val="75000"/>
                  </a:schemeClr>
                </a:solidFill>
                <a:effectLst/>
                <a:latin typeface="D2Coding" panose="020B0609020101020101" pitchFamily="49" charset="-127"/>
                <a:ea typeface="D2Coding" panose="020B0609020101020101" pitchFamily="49" charset="-127"/>
                <a:hlinkClick r:id="rId14">
                  <a:extLst>
                    <a:ext uri="{A12FA001-AC4F-418D-AE19-62706E023703}">
                      <ahyp:hlinkClr xmlns:ahyp="http://schemas.microsoft.com/office/drawing/2018/hyperlinkcolor" val="tx"/>
                    </a:ext>
                  </a:extLst>
                </a:hlinkClick>
              </a:rPr>
              <a:t>3.5.1. Validation curve</a:t>
            </a:r>
            <a:endParaRPr lang="en-US" altLang="ko-KR" sz="1600" b="0" i="0" dirty="0">
              <a:solidFill>
                <a:schemeClr val="accent1">
                  <a:lumMod val="75000"/>
                </a:schemeClr>
              </a:solidFill>
              <a:effectLst/>
              <a:latin typeface="D2Coding" panose="020B0609020101020101" pitchFamily="49" charset="-127"/>
              <a:ea typeface="D2Coding" panose="020B0609020101020101" pitchFamily="49" charset="-127"/>
            </a:endParaRPr>
          </a:p>
          <a:p>
            <a:pPr lvl="1" algn="l">
              <a:lnSpc>
                <a:spcPct val="150000"/>
              </a:lnSpc>
            </a:pPr>
            <a:r>
              <a:rPr lang="en-US" altLang="ko-KR" sz="1600" b="0" i="0" dirty="0">
                <a:solidFill>
                  <a:schemeClr val="accent1">
                    <a:lumMod val="75000"/>
                  </a:schemeClr>
                </a:solidFill>
                <a:effectLst/>
                <a:latin typeface="D2Coding" panose="020B0609020101020101" pitchFamily="49" charset="-127"/>
                <a:ea typeface="D2Coding" panose="020B0609020101020101" pitchFamily="49" charset="-127"/>
                <a:hlinkClick r:id="rId15">
                  <a:extLst>
                    <a:ext uri="{A12FA001-AC4F-418D-AE19-62706E023703}">
                      <ahyp:hlinkClr xmlns:ahyp="http://schemas.microsoft.com/office/drawing/2018/hyperlinkcolor" val="tx"/>
                    </a:ext>
                  </a:extLst>
                </a:hlinkClick>
              </a:rPr>
              <a:t>3.5.2. Learning curve</a:t>
            </a:r>
            <a:endParaRPr lang="en-US" altLang="ko-KR" sz="1600" b="0" i="0" dirty="0">
              <a:solidFill>
                <a:schemeClr val="accent1">
                  <a:lumMod val="75000"/>
                </a:schemeClr>
              </a:solidFill>
              <a:effectLst/>
              <a:latin typeface="D2Coding" panose="020B0609020101020101" pitchFamily="49" charset="-127"/>
              <a:ea typeface="D2Coding" panose="020B0609020101020101" pitchFamily="49" charset="-127"/>
            </a:endParaRPr>
          </a:p>
        </p:txBody>
      </p:sp>
    </p:spTree>
    <p:extLst>
      <p:ext uri="{BB962C8B-B14F-4D97-AF65-F5344CB8AC3E}">
        <p14:creationId xmlns:p14="http://schemas.microsoft.com/office/powerpoint/2010/main" val="1446299350"/>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7E81080-7482-4F78-0B32-9350845B42DF}"/>
            </a:ext>
          </a:extLst>
        </p:cNvPr>
        <p:cNvGrpSpPr/>
        <p:nvPr/>
      </p:nvGrpSpPr>
      <p:grpSpPr>
        <a:xfrm>
          <a:off x="0" y="0"/>
          <a:ext cx="0" cy="0"/>
          <a:chOff x="0" y="0"/>
          <a:chExt cx="0" cy="0"/>
        </a:xfrm>
      </p:grpSpPr>
      <p:sp>
        <p:nvSpPr>
          <p:cNvPr id="4" name="슬라이드 번호 개체 틀 3">
            <a:extLst>
              <a:ext uri="{FF2B5EF4-FFF2-40B4-BE49-F238E27FC236}">
                <a16:creationId xmlns:a16="http://schemas.microsoft.com/office/drawing/2014/main" id="{3BB4D45B-52A1-9BAE-B34E-30DEDF59CFAE}"/>
              </a:ext>
            </a:extLst>
          </p:cNvPr>
          <p:cNvSpPr>
            <a:spLocks noGrp="1"/>
          </p:cNvSpPr>
          <p:nvPr>
            <p:ph type="sldNum" sz="quarter" idx="12"/>
          </p:nvPr>
        </p:nvSpPr>
        <p:spPr>
          <a:xfrm>
            <a:off x="10514011" y="6036261"/>
            <a:ext cx="753545" cy="365125"/>
          </a:xfrm>
        </p:spPr>
        <p:txBody>
          <a:bodyPr/>
          <a:lstStyle/>
          <a:p>
            <a:fld id="{D57F1E4F-1CFF-5643-939E-217C01CDF565}" type="slidenum">
              <a:rPr lang="en-US" smtClean="0"/>
              <a:pPr/>
              <a:t>4</a:t>
            </a:fld>
            <a:endParaRPr lang="en-US" dirty="0"/>
          </a:p>
        </p:txBody>
      </p:sp>
      <p:sp>
        <p:nvSpPr>
          <p:cNvPr id="3" name="제목 1">
            <a:extLst>
              <a:ext uri="{FF2B5EF4-FFF2-40B4-BE49-F238E27FC236}">
                <a16:creationId xmlns:a16="http://schemas.microsoft.com/office/drawing/2014/main" id="{DBF09144-883D-B590-22EC-22EF91228308}"/>
              </a:ext>
            </a:extLst>
          </p:cNvPr>
          <p:cNvSpPr txBox="1">
            <a:spLocks/>
          </p:cNvSpPr>
          <p:nvPr/>
        </p:nvSpPr>
        <p:spPr>
          <a:xfrm>
            <a:off x="475645" y="481983"/>
            <a:ext cx="10353762" cy="766439"/>
          </a:xfrm>
          <a:prstGeom prst="rect">
            <a:avLst/>
          </a:prstGeom>
        </p:spPr>
        <p:txBody>
          <a:bodyPr vert="horz" lIns="91440" tIns="45720" rIns="91440" bIns="45720" rtlCol="0" anchor="ctr">
            <a:normAutofit/>
          </a:bodyPr>
          <a:lstStyle>
            <a:lvl1pPr algn="ctr" defTabSz="914400" rtl="0" eaLnBrk="1" latinLnBrk="1" hangingPunct="1">
              <a:lnSpc>
                <a:spcPct val="90000"/>
              </a:lnSpc>
              <a:spcBef>
                <a:spcPct val="0"/>
              </a:spcBef>
              <a:buNone/>
              <a:defRPr sz="3200" kern="1200" cap="all" baseline="0">
                <a:solidFill>
                  <a:schemeClr val="tx1"/>
                </a:solidFill>
                <a:effectLst/>
                <a:latin typeface="Batang" panose="02030600000101010101" pitchFamily="18" charset="-127"/>
                <a:ea typeface="Batang" panose="02030600000101010101" pitchFamily="18" charset="-127"/>
                <a:cs typeface="+mj-cs"/>
              </a:defRPr>
            </a:lvl1pPr>
          </a:lstStyle>
          <a:p>
            <a:pPr algn="l">
              <a:lnSpc>
                <a:spcPct val="150000"/>
              </a:lnSpc>
            </a:pPr>
            <a:r>
              <a:rPr lang="en-US" altLang="ko-KR" sz="2800" b="1" dirty="0">
                <a:solidFill>
                  <a:schemeClr val="accent1">
                    <a:lumMod val="75000"/>
                  </a:schemeClr>
                </a:solidFill>
                <a:latin typeface="D2Coding" panose="020B0609020101020101" pitchFamily="49" charset="-127"/>
                <a:ea typeface="D2Coding" panose="020B0609020101020101" pitchFamily="49" charset="-127"/>
                <a:hlinkClick r:id="rId2">
                  <a:extLst>
                    <a:ext uri="{A12FA001-AC4F-418D-AE19-62706E023703}">
                      <ahyp:hlinkClr xmlns:ahyp="http://schemas.microsoft.com/office/drawing/2018/hyperlinkcolor" val="tx"/>
                    </a:ext>
                  </a:extLst>
                </a:hlinkClick>
              </a:rPr>
              <a:t>Cross-validation: evaluating estimator performance</a:t>
            </a:r>
            <a:endParaRPr lang="en-US" altLang="ko-KR" sz="2800" dirty="0">
              <a:solidFill>
                <a:schemeClr val="accent1">
                  <a:lumMod val="75000"/>
                </a:schemeClr>
              </a:solidFill>
              <a:latin typeface="D2Coding" panose="020B0609020101020101" pitchFamily="49" charset="-127"/>
              <a:ea typeface="D2Coding" panose="020B0609020101020101" pitchFamily="49" charset="-127"/>
            </a:endParaRPr>
          </a:p>
        </p:txBody>
      </p:sp>
      <p:sp>
        <p:nvSpPr>
          <p:cNvPr id="5" name="TextBox 4">
            <a:extLst>
              <a:ext uri="{FF2B5EF4-FFF2-40B4-BE49-F238E27FC236}">
                <a16:creationId xmlns:a16="http://schemas.microsoft.com/office/drawing/2014/main" id="{6561AAD7-56D4-58BF-FEAE-D0D8305EA254}"/>
              </a:ext>
            </a:extLst>
          </p:cNvPr>
          <p:cNvSpPr txBox="1"/>
          <p:nvPr/>
        </p:nvSpPr>
        <p:spPr>
          <a:xfrm>
            <a:off x="557211" y="1248422"/>
            <a:ext cx="10893109" cy="506742"/>
          </a:xfrm>
          <a:prstGeom prst="rect">
            <a:avLst/>
          </a:prstGeom>
          <a:noFill/>
        </p:spPr>
        <p:txBody>
          <a:bodyPr wrap="square">
            <a:spAutoFit/>
          </a:bodyPr>
          <a:lstStyle/>
          <a:p>
            <a:pPr>
              <a:lnSpc>
                <a:spcPct val="150000"/>
              </a:lnSpc>
            </a:pPr>
            <a:r>
              <a:rPr lang="en-US" altLang="ko-KR" sz="2000" b="0" i="0" dirty="0">
                <a:solidFill>
                  <a:srgbClr val="181818"/>
                </a:solidFill>
                <a:effectLst/>
                <a:latin typeface="D2Coding" panose="020B0609020101020101" pitchFamily="49" charset="-127"/>
                <a:ea typeface="D2Coding" panose="020B0609020101020101" pitchFamily="49" charset="-127"/>
              </a:rPr>
              <a:t>Data Leakage</a:t>
            </a:r>
            <a:r>
              <a:rPr lang="ko-KR" altLang="en-US" sz="2000" b="0" i="0" dirty="0">
                <a:solidFill>
                  <a:srgbClr val="181818"/>
                </a:solidFill>
                <a:effectLst/>
                <a:latin typeface="D2Coding" panose="020B0609020101020101" pitchFamily="49" charset="-127"/>
                <a:ea typeface="D2Coding" panose="020B0609020101020101" pitchFamily="49" charset="-127"/>
              </a:rPr>
              <a:t>의 개념에 대해 </a:t>
            </a:r>
            <a:r>
              <a:rPr lang="ko-KR" altLang="en-US" sz="2000" dirty="0">
                <a:solidFill>
                  <a:srgbClr val="181818"/>
                </a:solidFill>
                <a:latin typeface="D2Coding" panose="020B0609020101020101" pitchFamily="49" charset="-127"/>
                <a:ea typeface="D2Coding" panose="020B0609020101020101" pitchFamily="49" charset="-127"/>
              </a:rPr>
              <a:t>설</a:t>
            </a:r>
            <a:r>
              <a:rPr lang="ko-KR" altLang="en-US" sz="2000" b="0" i="0" dirty="0">
                <a:solidFill>
                  <a:srgbClr val="181818"/>
                </a:solidFill>
                <a:effectLst/>
                <a:latin typeface="D2Coding" panose="020B0609020101020101" pitchFamily="49" charset="-127"/>
                <a:ea typeface="D2Coding" panose="020B0609020101020101" pitchFamily="49" charset="-127"/>
              </a:rPr>
              <a:t>명하고 </a:t>
            </a:r>
            <a:r>
              <a:rPr lang="ko-KR" altLang="en-US" sz="2000" b="0" i="0" dirty="0" err="1">
                <a:solidFill>
                  <a:srgbClr val="181818"/>
                </a:solidFill>
                <a:effectLst/>
                <a:latin typeface="D2Coding" panose="020B0609020101020101" pitchFamily="49" charset="-127"/>
                <a:ea typeface="D2Coding" panose="020B0609020101020101" pitchFamily="49" charset="-127"/>
              </a:rPr>
              <a:t>과적합</a:t>
            </a:r>
            <a:r>
              <a:rPr lang="en-US" altLang="ko-KR" sz="2000" b="0" i="0" dirty="0">
                <a:solidFill>
                  <a:srgbClr val="181818"/>
                </a:solidFill>
                <a:effectLst/>
                <a:latin typeface="D2Coding" panose="020B0609020101020101" pitchFamily="49" charset="-127"/>
                <a:ea typeface="D2Coding" panose="020B0609020101020101" pitchFamily="49" charset="-127"/>
              </a:rPr>
              <a:t>(Overfitting)</a:t>
            </a:r>
            <a:r>
              <a:rPr lang="ko-KR" altLang="en-US" sz="2000" b="0" i="0" dirty="0">
                <a:solidFill>
                  <a:srgbClr val="181818"/>
                </a:solidFill>
                <a:effectLst/>
                <a:latin typeface="D2Coding" panose="020B0609020101020101" pitchFamily="49" charset="-127"/>
                <a:ea typeface="D2Coding" panose="020B0609020101020101" pitchFamily="49" charset="-127"/>
              </a:rPr>
              <a:t>과의 관계를 토론하고 이해하자 </a:t>
            </a:r>
            <a:endParaRPr lang="ko-KR" altLang="en-US" sz="2000" dirty="0">
              <a:latin typeface="D2Coding" panose="020B0609020101020101" pitchFamily="49" charset="-127"/>
              <a:ea typeface="D2Coding" panose="020B0609020101020101" pitchFamily="49" charset="-127"/>
            </a:endParaRPr>
          </a:p>
        </p:txBody>
      </p:sp>
      <p:sp>
        <p:nvSpPr>
          <p:cNvPr id="6" name="TextBox 5">
            <a:extLst>
              <a:ext uri="{FF2B5EF4-FFF2-40B4-BE49-F238E27FC236}">
                <a16:creationId xmlns:a16="http://schemas.microsoft.com/office/drawing/2014/main" id="{263E4B32-14B3-7ACE-126A-02697116CDD4}"/>
              </a:ext>
            </a:extLst>
          </p:cNvPr>
          <p:cNvSpPr txBox="1"/>
          <p:nvPr/>
        </p:nvSpPr>
        <p:spPr>
          <a:xfrm>
            <a:off x="1239520" y="2480181"/>
            <a:ext cx="10434320" cy="2127314"/>
          </a:xfrm>
          <a:prstGeom prst="rect">
            <a:avLst/>
          </a:prstGeom>
          <a:noFill/>
        </p:spPr>
        <p:txBody>
          <a:bodyPr wrap="square">
            <a:spAutoFit/>
          </a:bodyPr>
          <a:lstStyle/>
          <a:p>
            <a:pPr>
              <a:lnSpc>
                <a:spcPct val="150000"/>
              </a:lnSpc>
            </a:pPr>
            <a:r>
              <a:rPr lang="en-US" altLang="ko-KR" b="0" i="0" dirty="0">
                <a:solidFill>
                  <a:srgbClr val="222832"/>
                </a:solidFill>
                <a:effectLst/>
                <a:latin typeface="D2Coding" panose="020B0609020101020101" pitchFamily="49" charset="-127"/>
                <a:ea typeface="D2Coding" panose="020B0609020101020101" pitchFamily="49" charset="-127"/>
              </a:rPr>
              <a:t>The knowledge about the test set can “</a:t>
            </a:r>
            <a:r>
              <a:rPr lang="en-US" altLang="ko-KR" b="1" i="0" dirty="0">
                <a:solidFill>
                  <a:srgbClr val="222832"/>
                </a:solidFill>
                <a:effectLst/>
                <a:latin typeface="D2Coding" panose="020B0609020101020101" pitchFamily="49" charset="-127"/>
                <a:ea typeface="D2Coding" panose="020B0609020101020101" pitchFamily="49" charset="-127"/>
              </a:rPr>
              <a:t>leak</a:t>
            </a:r>
            <a:r>
              <a:rPr lang="en-US" altLang="ko-KR" b="0" i="0" dirty="0">
                <a:solidFill>
                  <a:srgbClr val="222832"/>
                </a:solidFill>
                <a:effectLst/>
                <a:latin typeface="D2Coding" panose="020B0609020101020101" pitchFamily="49" charset="-127"/>
                <a:ea typeface="D2Coding" panose="020B0609020101020101" pitchFamily="49" charset="-127"/>
              </a:rPr>
              <a:t>” into the model and evaluation metrics no longer report on generalization performance. To solve this problem, yet another part of the dataset can be </a:t>
            </a:r>
            <a:r>
              <a:rPr lang="en-US" altLang="ko-KR" b="1" i="0" dirty="0">
                <a:solidFill>
                  <a:srgbClr val="222832"/>
                </a:solidFill>
                <a:effectLst/>
                <a:latin typeface="D2Coding" panose="020B0609020101020101" pitchFamily="49" charset="-127"/>
                <a:ea typeface="D2Coding" panose="020B0609020101020101" pitchFamily="49" charset="-127"/>
              </a:rPr>
              <a:t>held out</a:t>
            </a:r>
            <a:r>
              <a:rPr lang="en-US" altLang="ko-KR" b="0" i="0" dirty="0">
                <a:solidFill>
                  <a:srgbClr val="222832"/>
                </a:solidFill>
                <a:effectLst/>
                <a:latin typeface="D2Coding" panose="020B0609020101020101" pitchFamily="49" charset="-127"/>
                <a:ea typeface="D2Coding" panose="020B0609020101020101" pitchFamily="49" charset="-127"/>
              </a:rPr>
              <a:t> as a so-called “validation set”: training proceeds on the training set, after which evaluation is done on the validation set, and when the experiment seems to be successful, final evaluation can be done on the test set.</a:t>
            </a:r>
            <a:endParaRPr lang="ko-KR" altLang="en-US" dirty="0">
              <a:latin typeface="D2Coding" panose="020B0609020101020101" pitchFamily="49" charset="-127"/>
              <a:ea typeface="D2Coding" panose="020B0609020101020101" pitchFamily="49" charset="-127"/>
            </a:endParaRPr>
          </a:p>
        </p:txBody>
      </p:sp>
    </p:spTree>
    <p:extLst>
      <p:ext uri="{BB962C8B-B14F-4D97-AF65-F5344CB8AC3E}">
        <p14:creationId xmlns:p14="http://schemas.microsoft.com/office/powerpoint/2010/main" val="770903537"/>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BFE3FF2-7A60-F319-20BF-82E7F0BD7EF2}"/>
            </a:ext>
          </a:extLst>
        </p:cNvPr>
        <p:cNvGrpSpPr/>
        <p:nvPr/>
      </p:nvGrpSpPr>
      <p:grpSpPr>
        <a:xfrm>
          <a:off x="0" y="0"/>
          <a:ext cx="0" cy="0"/>
          <a:chOff x="0" y="0"/>
          <a:chExt cx="0" cy="0"/>
        </a:xfrm>
      </p:grpSpPr>
      <p:sp>
        <p:nvSpPr>
          <p:cNvPr id="4" name="슬라이드 번호 개체 틀 3">
            <a:extLst>
              <a:ext uri="{FF2B5EF4-FFF2-40B4-BE49-F238E27FC236}">
                <a16:creationId xmlns:a16="http://schemas.microsoft.com/office/drawing/2014/main" id="{B016CFA1-81F1-25FE-5B7A-CAA23635FA63}"/>
              </a:ext>
            </a:extLst>
          </p:cNvPr>
          <p:cNvSpPr>
            <a:spLocks noGrp="1"/>
          </p:cNvSpPr>
          <p:nvPr>
            <p:ph type="sldNum" sz="quarter" idx="12"/>
          </p:nvPr>
        </p:nvSpPr>
        <p:spPr>
          <a:xfrm>
            <a:off x="10514011" y="6036261"/>
            <a:ext cx="753545" cy="365125"/>
          </a:xfrm>
        </p:spPr>
        <p:txBody>
          <a:bodyPr/>
          <a:lstStyle/>
          <a:p>
            <a:fld id="{D57F1E4F-1CFF-5643-939E-217C01CDF565}" type="slidenum">
              <a:rPr lang="en-US" smtClean="0"/>
              <a:pPr/>
              <a:t>5</a:t>
            </a:fld>
            <a:endParaRPr lang="en-US" dirty="0"/>
          </a:p>
        </p:txBody>
      </p:sp>
      <p:sp>
        <p:nvSpPr>
          <p:cNvPr id="3" name="제목 1">
            <a:extLst>
              <a:ext uri="{FF2B5EF4-FFF2-40B4-BE49-F238E27FC236}">
                <a16:creationId xmlns:a16="http://schemas.microsoft.com/office/drawing/2014/main" id="{AA8D8732-EAE3-1CBC-052F-3036B58794AC}"/>
              </a:ext>
            </a:extLst>
          </p:cNvPr>
          <p:cNvSpPr txBox="1">
            <a:spLocks/>
          </p:cNvSpPr>
          <p:nvPr/>
        </p:nvSpPr>
        <p:spPr>
          <a:xfrm>
            <a:off x="475645" y="481983"/>
            <a:ext cx="10353762" cy="766439"/>
          </a:xfrm>
          <a:prstGeom prst="rect">
            <a:avLst/>
          </a:prstGeom>
        </p:spPr>
        <p:txBody>
          <a:bodyPr vert="horz" lIns="91440" tIns="45720" rIns="91440" bIns="45720" rtlCol="0" anchor="ctr">
            <a:normAutofit/>
          </a:bodyPr>
          <a:lstStyle>
            <a:lvl1pPr algn="ctr" defTabSz="914400" rtl="0" eaLnBrk="1" latinLnBrk="1" hangingPunct="1">
              <a:lnSpc>
                <a:spcPct val="90000"/>
              </a:lnSpc>
              <a:spcBef>
                <a:spcPct val="0"/>
              </a:spcBef>
              <a:buNone/>
              <a:defRPr sz="3200" kern="1200" cap="all" baseline="0">
                <a:solidFill>
                  <a:schemeClr val="tx1"/>
                </a:solidFill>
                <a:effectLst/>
                <a:latin typeface="Batang" panose="02030600000101010101" pitchFamily="18" charset="-127"/>
                <a:ea typeface="Batang" panose="02030600000101010101" pitchFamily="18" charset="-127"/>
                <a:cs typeface="+mj-cs"/>
              </a:defRPr>
            </a:lvl1pPr>
          </a:lstStyle>
          <a:p>
            <a:pPr algn="l">
              <a:lnSpc>
                <a:spcPct val="150000"/>
              </a:lnSpc>
            </a:pPr>
            <a:r>
              <a:rPr lang="en-US" altLang="ko-KR" sz="2800" b="1" dirty="0">
                <a:solidFill>
                  <a:schemeClr val="accent1">
                    <a:lumMod val="75000"/>
                  </a:schemeClr>
                </a:solidFill>
                <a:latin typeface="D2Coding" panose="020B0609020101020101" pitchFamily="49" charset="-127"/>
                <a:ea typeface="D2Coding" panose="020B0609020101020101" pitchFamily="49" charset="-127"/>
                <a:hlinkClick r:id="rId2">
                  <a:extLst>
                    <a:ext uri="{A12FA001-AC4F-418D-AE19-62706E023703}">
                      <ahyp:hlinkClr xmlns:ahyp="http://schemas.microsoft.com/office/drawing/2018/hyperlinkcolor" val="tx"/>
                    </a:ext>
                  </a:extLst>
                </a:hlinkClick>
              </a:rPr>
              <a:t>Cross-validation: evaluating estimator performance</a:t>
            </a:r>
            <a:endParaRPr lang="en-US" altLang="ko-KR" sz="2800" dirty="0">
              <a:solidFill>
                <a:schemeClr val="accent1">
                  <a:lumMod val="75000"/>
                </a:schemeClr>
              </a:solidFill>
              <a:latin typeface="D2Coding" panose="020B0609020101020101" pitchFamily="49" charset="-127"/>
              <a:ea typeface="D2Coding" panose="020B0609020101020101" pitchFamily="49" charset="-127"/>
            </a:endParaRPr>
          </a:p>
        </p:txBody>
      </p:sp>
      <p:pic>
        <p:nvPicPr>
          <p:cNvPr id="1026" name="Picture 2" descr="A depiction of a 5 fold cross validation on a training set, while holding out a test set.">
            <a:extLst>
              <a:ext uri="{FF2B5EF4-FFF2-40B4-BE49-F238E27FC236}">
                <a16:creationId xmlns:a16="http://schemas.microsoft.com/office/drawing/2014/main" id="{22031D23-9264-C1B0-7D8C-9262CDABB45B}"/>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911668" y="1561765"/>
            <a:ext cx="6950429" cy="4814252"/>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475441828"/>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34B01F3-3551-F7F9-522F-65EDE1BF241E}"/>
            </a:ext>
          </a:extLst>
        </p:cNvPr>
        <p:cNvGrpSpPr/>
        <p:nvPr/>
      </p:nvGrpSpPr>
      <p:grpSpPr>
        <a:xfrm>
          <a:off x="0" y="0"/>
          <a:ext cx="0" cy="0"/>
          <a:chOff x="0" y="0"/>
          <a:chExt cx="0" cy="0"/>
        </a:xfrm>
      </p:grpSpPr>
      <p:sp>
        <p:nvSpPr>
          <p:cNvPr id="4" name="슬라이드 번호 개체 틀 3">
            <a:extLst>
              <a:ext uri="{FF2B5EF4-FFF2-40B4-BE49-F238E27FC236}">
                <a16:creationId xmlns:a16="http://schemas.microsoft.com/office/drawing/2014/main" id="{FD0A0E1C-330D-DF92-16D7-9EEE706A57D3}"/>
              </a:ext>
            </a:extLst>
          </p:cNvPr>
          <p:cNvSpPr>
            <a:spLocks noGrp="1"/>
          </p:cNvSpPr>
          <p:nvPr>
            <p:ph type="sldNum" sz="quarter" idx="12"/>
          </p:nvPr>
        </p:nvSpPr>
        <p:spPr>
          <a:xfrm>
            <a:off x="10514011" y="6036261"/>
            <a:ext cx="753545" cy="365125"/>
          </a:xfrm>
        </p:spPr>
        <p:txBody>
          <a:bodyPr/>
          <a:lstStyle/>
          <a:p>
            <a:fld id="{D57F1E4F-1CFF-5643-939E-217C01CDF565}" type="slidenum">
              <a:rPr lang="en-US" smtClean="0"/>
              <a:pPr/>
              <a:t>6</a:t>
            </a:fld>
            <a:endParaRPr lang="en-US" dirty="0"/>
          </a:p>
        </p:txBody>
      </p:sp>
      <p:sp>
        <p:nvSpPr>
          <p:cNvPr id="3" name="제목 1">
            <a:extLst>
              <a:ext uri="{FF2B5EF4-FFF2-40B4-BE49-F238E27FC236}">
                <a16:creationId xmlns:a16="http://schemas.microsoft.com/office/drawing/2014/main" id="{99ECD9DB-67AB-DBA7-68E8-DFD8DD8A5254}"/>
              </a:ext>
            </a:extLst>
          </p:cNvPr>
          <p:cNvSpPr txBox="1">
            <a:spLocks/>
          </p:cNvSpPr>
          <p:nvPr/>
        </p:nvSpPr>
        <p:spPr>
          <a:xfrm>
            <a:off x="475645" y="481983"/>
            <a:ext cx="10353762" cy="766439"/>
          </a:xfrm>
          <a:prstGeom prst="rect">
            <a:avLst/>
          </a:prstGeom>
        </p:spPr>
        <p:txBody>
          <a:bodyPr vert="horz" lIns="91440" tIns="45720" rIns="91440" bIns="45720" rtlCol="0" anchor="ctr">
            <a:normAutofit/>
          </a:bodyPr>
          <a:lstStyle>
            <a:lvl1pPr algn="ctr" defTabSz="914400" rtl="0" eaLnBrk="1" latinLnBrk="1" hangingPunct="1">
              <a:lnSpc>
                <a:spcPct val="90000"/>
              </a:lnSpc>
              <a:spcBef>
                <a:spcPct val="0"/>
              </a:spcBef>
              <a:buNone/>
              <a:defRPr sz="3200" kern="1200" cap="all" baseline="0">
                <a:solidFill>
                  <a:schemeClr val="tx1"/>
                </a:solidFill>
                <a:effectLst/>
                <a:latin typeface="Batang" panose="02030600000101010101" pitchFamily="18" charset="-127"/>
                <a:ea typeface="Batang" panose="02030600000101010101" pitchFamily="18" charset="-127"/>
                <a:cs typeface="+mj-cs"/>
              </a:defRPr>
            </a:lvl1pPr>
          </a:lstStyle>
          <a:p>
            <a:pPr algn="l">
              <a:lnSpc>
                <a:spcPct val="150000"/>
              </a:lnSpc>
            </a:pPr>
            <a:r>
              <a:rPr lang="en-US" altLang="ko-KR" sz="2800" b="1" dirty="0">
                <a:solidFill>
                  <a:schemeClr val="accent1">
                    <a:lumMod val="75000"/>
                  </a:schemeClr>
                </a:solidFill>
                <a:latin typeface="D2Coding" panose="020B0609020101020101" pitchFamily="49" charset="-127"/>
                <a:ea typeface="D2Coding" panose="020B0609020101020101" pitchFamily="49" charset="-127"/>
                <a:hlinkClick r:id="rId2">
                  <a:extLst>
                    <a:ext uri="{A12FA001-AC4F-418D-AE19-62706E023703}">
                      <ahyp:hlinkClr xmlns:ahyp="http://schemas.microsoft.com/office/drawing/2018/hyperlinkcolor" val="tx"/>
                    </a:ext>
                  </a:extLst>
                </a:hlinkClick>
              </a:rPr>
              <a:t>Cross-validation: evaluating estimator performance</a:t>
            </a:r>
            <a:endParaRPr lang="en-US" altLang="ko-KR" sz="2800" dirty="0">
              <a:solidFill>
                <a:schemeClr val="accent1">
                  <a:lumMod val="75000"/>
                </a:schemeClr>
              </a:solidFill>
              <a:latin typeface="D2Coding" panose="020B0609020101020101" pitchFamily="49" charset="-127"/>
              <a:ea typeface="D2Coding" panose="020B0609020101020101" pitchFamily="49" charset="-127"/>
            </a:endParaRPr>
          </a:p>
        </p:txBody>
      </p:sp>
      <p:sp>
        <p:nvSpPr>
          <p:cNvPr id="2" name="TextBox 1">
            <a:extLst>
              <a:ext uri="{FF2B5EF4-FFF2-40B4-BE49-F238E27FC236}">
                <a16:creationId xmlns:a16="http://schemas.microsoft.com/office/drawing/2014/main" id="{B535DDB9-8230-63A2-C0B8-C6DED6E15156}"/>
              </a:ext>
            </a:extLst>
          </p:cNvPr>
          <p:cNvSpPr txBox="1"/>
          <p:nvPr/>
        </p:nvSpPr>
        <p:spPr>
          <a:xfrm>
            <a:off x="5049824" y="5202182"/>
            <a:ext cx="5570756" cy="954107"/>
          </a:xfrm>
          <a:prstGeom prst="rect">
            <a:avLst/>
          </a:prstGeom>
          <a:solidFill>
            <a:srgbClr val="76E3FF"/>
          </a:solidFill>
        </p:spPr>
        <p:txBody>
          <a:bodyPr wrap="none" rtlCol="0">
            <a:spAutoFit/>
          </a:bodyPr>
          <a:lstStyle/>
          <a:p>
            <a:r>
              <a:rPr lang="en-US" altLang="ko-KR" sz="1400" dirty="0">
                <a:latin typeface="D2Coding" panose="020B0609020101020101" pitchFamily="49" charset="-127"/>
                <a:ea typeface="D2Coding" panose="020B0609020101020101" pitchFamily="49" charset="-127"/>
              </a:rPr>
              <a:t>from </a:t>
            </a:r>
            <a:r>
              <a:rPr lang="en-US" altLang="ko-KR" sz="1400" dirty="0" err="1">
                <a:latin typeface="D2Coding" panose="020B0609020101020101" pitchFamily="49" charset="-127"/>
                <a:ea typeface="D2Coding" panose="020B0609020101020101" pitchFamily="49" charset="-127"/>
              </a:rPr>
              <a:t>sklearn.model_selection</a:t>
            </a:r>
            <a:r>
              <a:rPr lang="en-US" altLang="ko-KR" sz="1400" dirty="0">
                <a:latin typeface="D2Coding" panose="020B0609020101020101" pitchFamily="49" charset="-127"/>
                <a:ea typeface="D2Coding" panose="020B0609020101020101" pitchFamily="49" charset="-127"/>
              </a:rPr>
              <a:t> import </a:t>
            </a:r>
            <a:r>
              <a:rPr lang="en-US" altLang="ko-KR" sz="1400" b="1" dirty="0" err="1">
                <a:latin typeface="D2Coding" panose="020B0609020101020101" pitchFamily="49" charset="-127"/>
                <a:ea typeface="D2Coding" panose="020B0609020101020101" pitchFamily="49" charset="-127"/>
              </a:rPr>
              <a:t>ShuffleSplit</a:t>
            </a:r>
            <a:endParaRPr lang="en-US" altLang="ko-KR" sz="1400" b="1" dirty="0">
              <a:latin typeface="D2Coding" panose="020B0609020101020101" pitchFamily="49" charset="-127"/>
              <a:ea typeface="D2Coding" panose="020B0609020101020101" pitchFamily="49" charset="-127"/>
            </a:endParaRPr>
          </a:p>
          <a:p>
            <a:endParaRPr lang="en-US" altLang="ko-KR" sz="1400" dirty="0">
              <a:latin typeface="D2Coding" panose="020B0609020101020101" pitchFamily="49" charset="-127"/>
              <a:ea typeface="D2Coding" panose="020B0609020101020101" pitchFamily="49" charset="-127"/>
            </a:endParaRPr>
          </a:p>
          <a:p>
            <a:r>
              <a:rPr lang="en-US" altLang="ko-KR" sz="1400" dirty="0">
                <a:latin typeface="D2Coding" panose="020B0609020101020101" pitchFamily="49" charset="-127"/>
                <a:ea typeface="D2Coding" panose="020B0609020101020101" pitchFamily="49" charset="-127"/>
              </a:rPr>
              <a:t>cv = </a:t>
            </a:r>
            <a:r>
              <a:rPr lang="en-US" altLang="ko-KR" sz="1400" dirty="0" err="1">
                <a:latin typeface="D2Coding" panose="020B0609020101020101" pitchFamily="49" charset="-127"/>
                <a:ea typeface="D2Coding" panose="020B0609020101020101" pitchFamily="49" charset="-127"/>
              </a:rPr>
              <a:t>ShuffleSplit</a:t>
            </a:r>
            <a:r>
              <a:rPr lang="en-US" altLang="ko-KR" sz="1400" dirty="0">
                <a:latin typeface="D2Coding" panose="020B0609020101020101" pitchFamily="49" charset="-127"/>
                <a:ea typeface="D2Coding" panose="020B0609020101020101" pitchFamily="49" charset="-127"/>
              </a:rPr>
              <a:t>(</a:t>
            </a:r>
            <a:r>
              <a:rPr lang="en-US" altLang="ko-KR" sz="1400" dirty="0" err="1">
                <a:latin typeface="D2Coding" panose="020B0609020101020101" pitchFamily="49" charset="-127"/>
                <a:ea typeface="D2Coding" panose="020B0609020101020101" pitchFamily="49" charset="-127"/>
              </a:rPr>
              <a:t>n_splits</a:t>
            </a:r>
            <a:r>
              <a:rPr lang="en-US" altLang="ko-KR" sz="1400" dirty="0">
                <a:latin typeface="D2Coding" panose="020B0609020101020101" pitchFamily="49" charset="-127"/>
                <a:ea typeface="D2Coding" panose="020B0609020101020101" pitchFamily="49" charset="-127"/>
              </a:rPr>
              <a:t>=5, </a:t>
            </a:r>
            <a:r>
              <a:rPr lang="en-US" altLang="ko-KR" sz="1400" dirty="0" err="1">
                <a:latin typeface="D2Coding" panose="020B0609020101020101" pitchFamily="49" charset="-127"/>
                <a:ea typeface="D2Coding" panose="020B0609020101020101" pitchFamily="49" charset="-127"/>
              </a:rPr>
              <a:t>test_size</a:t>
            </a:r>
            <a:r>
              <a:rPr lang="en-US" altLang="ko-KR" sz="1400" dirty="0">
                <a:latin typeface="D2Coding" panose="020B0609020101020101" pitchFamily="49" charset="-127"/>
                <a:ea typeface="D2Coding" panose="020B0609020101020101" pitchFamily="49" charset="-127"/>
              </a:rPr>
              <a:t>=0.3, </a:t>
            </a:r>
            <a:r>
              <a:rPr lang="en-US" altLang="ko-KR" sz="1400" dirty="0" err="1">
                <a:latin typeface="D2Coding" panose="020B0609020101020101" pitchFamily="49" charset="-127"/>
                <a:ea typeface="D2Coding" panose="020B0609020101020101" pitchFamily="49" charset="-127"/>
              </a:rPr>
              <a:t>random_state</a:t>
            </a:r>
            <a:r>
              <a:rPr lang="en-US" altLang="ko-KR" sz="1400" dirty="0">
                <a:latin typeface="D2Coding" panose="020B0609020101020101" pitchFamily="49" charset="-127"/>
                <a:ea typeface="D2Coding" panose="020B0609020101020101" pitchFamily="49" charset="-127"/>
              </a:rPr>
              <a:t>=0)</a:t>
            </a:r>
          </a:p>
          <a:p>
            <a:r>
              <a:rPr lang="en-US" altLang="ko-KR" sz="1400" dirty="0" err="1">
                <a:latin typeface="D2Coding" panose="020B0609020101020101" pitchFamily="49" charset="-127"/>
                <a:ea typeface="D2Coding" panose="020B0609020101020101" pitchFamily="49" charset="-127"/>
              </a:rPr>
              <a:t>cross_val_score</a:t>
            </a:r>
            <a:r>
              <a:rPr lang="en-US" altLang="ko-KR" sz="1400" dirty="0">
                <a:latin typeface="D2Coding" panose="020B0609020101020101" pitchFamily="49" charset="-127"/>
                <a:ea typeface="D2Coding" panose="020B0609020101020101" pitchFamily="49" charset="-127"/>
              </a:rPr>
              <a:t>(</a:t>
            </a:r>
            <a:r>
              <a:rPr lang="en-US" altLang="ko-KR" sz="1400" dirty="0" err="1">
                <a:latin typeface="D2Coding" panose="020B0609020101020101" pitchFamily="49" charset="-127"/>
                <a:ea typeface="D2Coding" panose="020B0609020101020101" pitchFamily="49" charset="-127"/>
              </a:rPr>
              <a:t>clf</a:t>
            </a:r>
            <a:r>
              <a:rPr lang="en-US" altLang="ko-KR" sz="1400" dirty="0">
                <a:latin typeface="D2Coding" panose="020B0609020101020101" pitchFamily="49" charset="-127"/>
                <a:ea typeface="D2Coding" panose="020B0609020101020101" pitchFamily="49" charset="-127"/>
              </a:rPr>
              <a:t>, X, y, cv=cv)</a:t>
            </a:r>
            <a:endParaRPr lang="ko-KR" altLang="en-US" sz="1400" dirty="0">
              <a:latin typeface="D2Coding" panose="020B0609020101020101" pitchFamily="49" charset="-127"/>
              <a:ea typeface="D2Coding" panose="020B0609020101020101" pitchFamily="49" charset="-127"/>
            </a:endParaRPr>
          </a:p>
        </p:txBody>
      </p:sp>
      <p:sp>
        <p:nvSpPr>
          <p:cNvPr id="6" name="TextBox 5">
            <a:extLst>
              <a:ext uri="{FF2B5EF4-FFF2-40B4-BE49-F238E27FC236}">
                <a16:creationId xmlns:a16="http://schemas.microsoft.com/office/drawing/2014/main" id="{6622170F-761E-32FC-DE01-1C169D89659C}"/>
              </a:ext>
            </a:extLst>
          </p:cNvPr>
          <p:cNvSpPr txBox="1"/>
          <p:nvPr/>
        </p:nvSpPr>
        <p:spPr>
          <a:xfrm>
            <a:off x="536604" y="1246555"/>
            <a:ext cx="10984835" cy="880819"/>
          </a:xfrm>
          <a:prstGeom prst="rect">
            <a:avLst/>
          </a:prstGeom>
          <a:noFill/>
        </p:spPr>
        <p:txBody>
          <a:bodyPr wrap="square">
            <a:spAutoFit/>
          </a:bodyPr>
          <a:lstStyle/>
          <a:p>
            <a:pPr>
              <a:lnSpc>
                <a:spcPct val="150000"/>
              </a:lnSpc>
            </a:pPr>
            <a:r>
              <a:rPr lang="en-US" altLang="ko-KR" dirty="0">
                <a:latin typeface="D2Coding" panose="020B0609020101020101" pitchFamily="49" charset="-127"/>
                <a:ea typeface="D2Coding" panose="020B0609020101020101" pitchFamily="49" charset="-127"/>
              </a:rPr>
              <a:t>cv</a:t>
            </a:r>
            <a:r>
              <a:rPr lang="ko-KR" altLang="en-US" dirty="0">
                <a:latin typeface="D2Coding" panose="020B0609020101020101" pitchFamily="49" charset="-127"/>
                <a:ea typeface="D2Coding" panose="020B0609020101020101" pitchFamily="49" charset="-127"/>
              </a:rPr>
              <a:t> 인자가 정수일 때</a:t>
            </a:r>
            <a:r>
              <a:rPr lang="en-US" altLang="ko-KR" dirty="0">
                <a:latin typeface="D2Coding" panose="020B0609020101020101" pitchFamily="49" charset="-127"/>
                <a:ea typeface="D2Coding" panose="020B0609020101020101" pitchFamily="49" charset="-127"/>
              </a:rPr>
              <a:t>, </a:t>
            </a:r>
            <a:r>
              <a:rPr lang="en-US" altLang="ko-KR" dirty="0" err="1">
                <a:latin typeface="D2Coding" panose="020B0609020101020101" pitchFamily="49" charset="-127"/>
                <a:ea typeface="D2Coding" panose="020B0609020101020101" pitchFamily="49" charset="-127"/>
              </a:rPr>
              <a:t>cross_val_score</a:t>
            </a:r>
            <a:r>
              <a:rPr lang="ko-KR" altLang="en-US" dirty="0">
                <a:latin typeface="D2Coding" panose="020B0609020101020101" pitchFamily="49" charset="-127"/>
                <a:ea typeface="D2Coding" panose="020B0609020101020101" pitchFamily="49" charset="-127"/>
              </a:rPr>
              <a:t>는 기본적으로 </a:t>
            </a:r>
            <a:r>
              <a:rPr lang="en-US" altLang="ko-KR" dirty="0" err="1">
                <a:latin typeface="D2Coding" panose="020B0609020101020101" pitchFamily="49" charset="-127"/>
                <a:ea typeface="D2Coding" panose="020B0609020101020101" pitchFamily="49" charset="-127"/>
              </a:rPr>
              <a:t>KFold</a:t>
            </a:r>
            <a:r>
              <a:rPr lang="en-US" altLang="ko-KR" dirty="0">
                <a:latin typeface="D2Coding" panose="020B0609020101020101" pitchFamily="49" charset="-127"/>
                <a:ea typeface="D2Coding" panose="020B0609020101020101" pitchFamily="49" charset="-127"/>
              </a:rPr>
              <a:t> </a:t>
            </a:r>
            <a:r>
              <a:rPr lang="ko-KR" altLang="en-US" dirty="0">
                <a:latin typeface="D2Coding" panose="020B0609020101020101" pitchFamily="49" charset="-127"/>
                <a:ea typeface="D2Coding" panose="020B0609020101020101" pitchFamily="49" charset="-127"/>
              </a:rPr>
              <a:t>또는 </a:t>
            </a:r>
            <a:r>
              <a:rPr lang="en-US" altLang="ko-KR" dirty="0" err="1">
                <a:latin typeface="D2Coding" panose="020B0609020101020101" pitchFamily="49" charset="-127"/>
                <a:ea typeface="D2Coding" panose="020B0609020101020101" pitchFamily="49" charset="-127"/>
              </a:rPr>
              <a:t>StratifiedKFold</a:t>
            </a:r>
            <a:r>
              <a:rPr lang="en-US" altLang="ko-KR" dirty="0">
                <a:latin typeface="D2Coding" panose="020B0609020101020101" pitchFamily="49" charset="-127"/>
                <a:ea typeface="D2Coding" panose="020B0609020101020101" pitchFamily="49" charset="-127"/>
              </a:rPr>
              <a:t>(</a:t>
            </a:r>
            <a:r>
              <a:rPr lang="ko-KR" altLang="en-US" dirty="0">
                <a:latin typeface="D2Coding" panose="020B0609020101020101" pitchFamily="49" charset="-127"/>
                <a:ea typeface="D2Coding" panose="020B0609020101020101" pitchFamily="49" charset="-127"/>
              </a:rPr>
              <a:t>층화 </a:t>
            </a:r>
            <a:r>
              <a:rPr lang="en-US" altLang="ko-KR" dirty="0">
                <a:latin typeface="D2Coding" panose="020B0609020101020101" pitchFamily="49" charset="-127"/>
                <a:ea typeface="D2Coding" panose="020B0609020101020101" pitchFamily="49" charset="-127"/>
              </a:rPr>
              <a:t>K-</a:t>
            </a:r>
            <a:r>
              <a:rPr lang="ko-KR" altLang="en-US" dirty="0" err="1">
                <a:latin typeface="D2Coding" panose="020B0609020101020101" pitchFamily="49" charset="-127"/>
                <a:ea typeface="D2Coding" panose="020B0609020101020101" pitchFamily="49" charset="-127"/>
              </a:rPr>
              <a:t>폴드</a:t>
            </a:r>
            <a:r>
              <a:rPr lang="en-US" altLang="ko-KR" dirty="0">
                <a:latin typeface="D2Coding" panose="020B0609020101020101" pitchFamily="49" charset="-127"/>
                <a:ea typeface="D2Coding" panose="020B0609020101020101" pitchFamily="49" charset="-127"/>
              </a:rPr>
              <a:t>) </a:t>
            </a:r>
            <a:r>
              <a:rPr lang="ko-KR" altLang="en-US" dirty="0">
                <a:latin typeface="D2Coding" panose="020B0609020101020101" pitchFamily="49" charset="-127"/>
                <a:ea typeface="D2Coding" panose="020B0609020101020101" pitchFamily="49" charset="-127"/>
              </a:rPr>
              <a:t>표본추출</a:t>
            </a:r>
            <a:r>
              <a:rPr lang="en-US" altLang="ko-KR" dirty="0">
                <a:latin typeface="D2Coding" panose="020B0609020101020101" pitchFamily="49" charset="-127"/>
                <a:ea typeface="D2Coding" panose="020B0609020101020101" pitchFamily="49" charset="-127"/>
              </a:rPr>
              <a:t> </a:t>
            </a:r>
            <a:r>
              <a:rPr lang="ko-KR" altLang="en-US" dirty="0">
                <a:latin typeface="D2Coding" panose="020B0609020101020101" pitchFamily="49" charset="-127"/>
                <a:ea typeface="D2Coding" panose="020B0609020101020101" pitchFamily="49" charset="-127"/>
              </a:rPr>
              <a:t>방법을 사용하는 반해 </a:t>
            </a:r>
            <a:r>
              <a:rPr lang="en-US" altLang="ko-KR" dirty="0" err="1">
                <a:latin typeface="D2Coding" panose="020B0609020101020101" pitchFamily="49" charset="-127"/>
                <a:ea typeface="D2Coding" panose="020B0609020101020101" pitchFamily="49" charset="-127"/>
              </a:rPr>
              <a:t>ShuffleSplit</a:t>
            </a:r>
            <a:r>
              <a:rPr lang="en-US" altLang="ko-KR" dirty="0">
                <a:latin typeface="D2Coding" panose="020B0609020101020101" pitchFamily="49" charset="-127"/>
                <a:ea typeface="D2Coding" panose="020B0609020101020101" pitchFamily="49" charset="-127"/>
              </a:rPr>
              <a:t> </a:t>
            </a:r>
            <a:r>
              <a:rPr lang="ko-KR" altLang="en-US" dirty="0">
                <a:latin typeface="D2Coding" panose="020B0609020101020101" pitchFamily="49" charset="-127"/>
                <a:ea typeface="D2Coding" panose="020B0609020101020101" pitchFamily="49" charset="-127"/>
              </a:rPr>
              <a:t>은 어떤 표본 추출 방법이고 장점은 무엇인가</a:t>
            </a:r>
            <a:r>
              <a:rPr lang="en-US" altLang="ko-KR" dirty="0">
                <a:latin typeface="D2Coding" panose="020B0609020101020101" pitchFamily="49" charset="-127"/>
                <a:ea typeface="D2Coding" panose="020B0609020101020101" pitchFamily="49" charset="-127"/>
              </a:rPr>
              <a:t>? </a:t>
            </a:r>
            <a:endParaRPr lang="ko-KR" altLang="en-US" dirty="0">
              <a:latin typeface="D2Coding" panose="020B0609020101020101" pitchFamily="49" charset="-127"/>
              <a:ea typeface="D2Coding" panose="020B0609020101020101" pitchFamily="49" charset="-127"/>
            </a:endParaRPr>
          </a:p>
        </p:txBody>
      </p:sp>
      <p:pic>
        <p:nvPicPr>
          <p:cNvPr id="2050" name="Picture 2">
            <a:extLst>
              <a:ext uri="{FF2B5EF4-FFF2-40B4-BE49-F238E27FC236}">
                <a16:creationId xmlns:a16="http://schemas.microsoft.com/office/drawing/2014/main" id="{EE7652AB-DD7A-55F6-97B7-14B92B54697B}"/>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679718" y="2172933"/>
            <a:ext cx="4370106" cy="2185053"/>
          </a:xfrm>
          <a:prstGeom prst="rect">
            <a:avLst/>
          </a:prstGeom>
          <a:noFill/>
          <a:extLst>
            <a:ext uri="{909E8E84-426E-40DD-AFC4-6F175D3DCCD1}">
              <a14:hiddenFill xmlns:a14="http://schemas.microsoft.com/office/drawing/2010/main">
                <a:solidFill>
                  <a:srgbClr val="FFFFFF"/>
                </a:solidFill>
              </a14:hiddenFill>
            </a:ext>
          </a:extLst>
        </p:spPr>
      </p:pic>
      <p:pic>
        <p:nvPicPr>
          <p:cNvPr id="2052" name="Picture 4">
            <a:extLst>
              <a:ext uri="{FF2B5EF4-FFF2-40B4-BE49-F238E27FC236}">
                <a16:creationId xmlns:a16="http://schemas.microsoft.com/office/drawing/2014/main" id="{CB568FC6-CB76-0BA1-7C70-92425E25023C}"/>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679718" y="4357986"/>
            <a:ext cx="4370106" cy="2185053"/>
          </a:xfrm>
          <a:prstGeom prst="rect">
            <a:avLst/>
          </a:prstGeom>
          <a:noFill/>
          <a:extLst>
            <a:ext uri="{909E8E84-426E-40DD-AFC4-6F175D3DCCD1}">
              <a14:hiddenFill xmlns:a14="http://schemas.microsoft.com/office/drawing/2010/main">
                <a:solidFill>
                  <a:srgbClr val="FFFFFF"/>
                </a:solidFill>
              </a14:hiddenFill>
            </a:ext>
          </a:extLst>
        </p:spPr>
      </p:pic>
      <p:sp>
        <p:nvSpPr>
          <p:cNvPr id="8" name="TextBox 7">
            <a:extLst>
              <a:ext uri="{FF2B5EF4-FFF2-40B4-BE49-F238E27FC236}">
                <a16:creationId xmlns:a16="http://schemas.microsoft.com/office/drawing/2014/main" id="{1CCE4539-6E22-8002-C8E2-8CEFB63EC1FF}"/>
              </a:ext>
            </a:extLst>
          </p:cNvPr>
          <p:cNvSpPr txBox="1"/>
          <p:nvPr/>
        </p:nvSpPr>
        <p:spPr>
          <a:xfrm>
            <a:off x="5049824" y="2971570"/>
            <a:ext cx="5570756" cy="954107"/>
          </a:xfrm>
          <a:prstGeom prst="rect">
            <a:avLst/>
          </a:prstGeom>
          <a:solidFill>
            <a:srgbClr val="76E3FF"/>
          </a:solidFill>
        </p:spPr>
        <p:txBody>
          <a:bodyPr wrap="square">
            <a:spAutoFit/>
          </a:bodyPr>
          <a:lstStyle/>
          <a:p>
            <a:r>
              <a:rPr lang="ko-KR" altLang="en-US" sz="1400" dirty="0" err="1">
                <a:latin typeface="D2Coding" panose="020B0609020101020101" pitchFamily="49" charset="-127"/>
                <a:ea typeface="D2Coding" panose="020B0609020101020101" pitchFamily="49" charset="-127"/>
              </a:rPr>
              <a:t>from</a:t>
            </a:r>
            <a:r>
              <a:rPr lang="ko-KR" altLang="en-US" sz="1400" dirty="0">
                <a:latin typeface="D2Coding" panose="020B0609020101020101" pitchFamily="49" charset="-127"/>
                <a:ea typeface="D2Coding" panose="020B0609020101020101" pitchFamily="49" charset="-127"/>
              </a:rPr>
              <a:t> </a:t>
            </a:r>
            <a:r>
              <a:rPr lang="ko-KR" altLang="en-US" sz="1400" dirty="0" err="1">
                <a:latin typeface="D2Coding" panose="020B0609020101020101" pitchFamily="49" charset="-127"/>
                <a:ea typeface="D2Coding" panose="020B0609020101020101" pitchFamily="49" charset="-127"/>
              </a:rPr>
              <a:t>sklearn.model_selection</a:t>
            </a:r>
            <a:r>
              <a:rPr lang="ko-KR" altLang="en-US" sz="1400" dirty="0">
                <a:latin typeface="D2Coding" panose="020B0609020101020101" pitchFamily="49" charset="-127"/>
                <a:ea typeface="D2Coding" panose="020B0609020101020101" pitchFamily="49" charset="-127"/>
              </a:rPr>
              <a:t> </a:t>
            </a:r>
            <a:r>
              <a:rPr lang="ko-KR" altLang="en-US" sz="1400" dirty="0" err="1">
                <a:latin typeface="D2Coding" panose="020B0609020101020101" pitchFamily="49" charset="-127"/>
                <a:ea typeface="D2Coding" panose="020B0609020101020101" pitchFamily="49" charset="-127"/>
              </a:rPr>
              <a:t>import</a:t>
            </a:r>
            <a:r>
              <a:rPr lang="ko-KR" altLang="en-US" sz="1400" dirty="0">
                <a:latin typeface="D2Coding" panose="020B0609020101020101" pitchFamily="49" charset="-127"/>
                <a:ea typeface="D2Coding" panose="020B0609020101020101" pitchFamily="49" charset="-127"/>
              </a:rPr>
              <a:t> </a:t>
            </a:r>
            <a:r>
              <a:rPr lang="ko-KR" altLang="en-US" sz="1400" dirty="0" err="1">
                <a:latin typeface="D2Coding" panose="020B0609020101020101" pitchFamily="49" charset="-127"/>
                <a:ea typeface="D2Coding" panose="020B0609020101020101" pitchFamily="49" charset="-127"/>
              </a:rPr>
              <a:t>cross_val_score</a:t>
            </a:r>
            <a:endParaRPr lang="en-US" altLang="ko-KR" sz="1400" dirty="0">
              <a:latin typeface="D2Coding" panose="020B0609020101020101" pitchFamily="49" charset="-127"/>
              <a:ea typeface="D2Coding" panose="020B0609020101020101" pitchFamily="49" charset="-127"/>
            </a:endParaRPr>
          </a:p>
          <a:p>
            <a:endParaRPr lang="ko-KR" altLang="en-US" sz="1400" dirty="0">
              <a:latin typeface="D2Coding" panose="020B0609020101020101" pitchFamily="49" charset="-127"/>
              <a:ea typeface="D2Coding" panose="020B0609020101020101" pitchFamily="49" charset="-127"/>
            </a:endParaRPr>
          </a:p>
          <a:p>
            <a:r>
              <a:rPr lang="ko-KR" altLang="en-US" sz="1400" dirty="0" err="1">
                <a:latin typeface="D2Coding" panose="020B0609020101020101" pitchFamily="49" charset="-127"/>
                <a:ea typeface="D2Coding" panose="020B0609020101020101" pitchFamily="49" charset="-127"/>
              </a:rPr>
              <a:t>clf</a:t>
            </a:r>
            <a:r>
              <a:rPr lang="ko-KR" altLang="en-US" sz="1400" dirty="0">
                <a:latin typeface="D2Coding" panose="020B0609020101020101" pitchFamily="49" charset="-127"/>
                <a:ea typeface="D2Coding" panose="020B0609020101020101" pitchFamily="49" charset="-127"/>
              </a:rPr>
              <a:t> = </a:t>
            </a:r>
            <a:r>
              <a:rPr lang="ko-KR" altLang="en-US" sz="1400" dirty="0" err="1">
                <a:latin typeface="D2Coding" panose="020B0609020101020101" pitchFamily="49" charset="-127"/>
                <a:ea typeface="D2Coding" panose="020B0609020101020101" pitchFamily="49" charset="-127"/>
              </a:rPr>
              <a:t>svm.SVC</a:t>
            </a:r>
            <a:r>
              <a:rPr lang="ko-KR" altLang="en-US" sz="1400" dirty="0">
                <a:latin typeface="D2Coding" panose="020B0609020101020101" pitchFamily="49" charset="-127"/>
                <a:ea typeface="D2Coding" panose="020B0609020101020101" pitchFamily="49" charset="-127"/>
              </a:rPr>
              <a:t>(</a:t>
            </a:r>
            <a:r>
              <a:rPr lang="ko-KR" altLang="en-US" sz="1400" dirty="0" err="1">
                <a:latin typeface="D2Coding" panose="020B0609020101020101" pitchFamily="49" charset="-127"/>
                <a:ea typeface="D2Coding" panose="020B0609020101020101" pitchFamily="49" charset="-127"/>
              </a:rPr>
              <a:t>kernel</a:t>
            </a:r>
            <a:r>
              <a:rPr lang="ko-KR" altLang="en-US" sz="1400" dirty="0">
                <a:latin typeface="D2Coding" panose="020B0609020101020101" pitchFamily="49" charset="-127"/>
                <a:ea typeface="D2Coding" panose="020B0609020101020101" pitchFamily="49" charset="-127"/>
              </a:rPr>
              <a:t>='</a:t>
            </a:r>
            <a:r>
              <a:rPr lang="ko-KR" altLang="en-US" sz="1400" dirty="0" err="1">
                <a:latin typeface="D2Coding" panose="020B0609020101020101" pitchFamily="49" charset="-127"/>
                <a:ea typeface="D2Coding" panose="020B0609020101020101" pitchFamily="49" charset="-127"/>
              </a:rPr>
              <a:t>linear</a:t>
            </a:r>
            <a:r>
              <a:rPr lang="ko-KR" altLang="en-US" sz="1400" dirty="0">
                <a:latin typeface="D2Coding" panose="020B0609020101020101" pitchFamily="49" charset="-127"/>
                <a:ea typeface="D2Coding" panose="020B0609020101020101" pitchFamily="49" charset="-127"/>
              </a:rPr>
              <a:t>', C=1, </a:t>
            </a:r>
            <a:r>
              <a:rPr lang="ko-KR" altLang="en-US" sz="1400" dirty="0" err="1">
                <a:latin typeface="D2Coding" panose="020B0609020101020101" pitchFamily="49" charset="-127"/>
                <a:ea typeface="D2Coding" panose="020B0609020101020101" pitchFamily="49" charset="-127"/>
              </a:rPr>
              <a:t>random_state</a:t>
            </a:r>
            <a:r>
              <a:rPr lang="ko-KR" altLang="en-US" sz="1400" dirty="0">
                <a:latin typeface="D2Coding" panose="020B0609020101020101" pitchFamily="49" charset="-127"/>
                <a:ea typeface="D2Coding" panose="020B0609020101020101" pitchFamily="49" charset="-127"/>
              </a:rPr>
              <a:t>=42)</a:t>
            </a:r>
          </a:p>
          <a:p>
            <a:r>
              <a:rPr lang="ko-KR" altLang="en-US" sz="1400" dirty="0" err="1">
                <a:latin typeface="D2Coding" panose="020B0609020101020101" pitchFamily="49" charset="-127"/>
                <a:ea typeface="D2Coding" panose="020B0609020101020101" pitchFamily="49" charset="-127"/>
              </a:rPr>
              <a:t>cross_val_score</a:t>
            </a:r>
            <a:r>
              <a:rPr lang="ko-KR" altLang="en-US" sz="1400" dirty="0">
                <a:latin typeface="D2Coding" panose="020B0609020101020101" pitchFamily="49" charset="-127"/>
                <a:ea typeface="D2Coding" panose="020B0609020101020101" pitchFamily="49" charset="-127"/>
              </a:rPr>
              <a:t>(</a:t>
            </a:r>
            <a:r>
              <a:rPr lang="ko-KR" altLang="en-US" sz="1400" dirty="0" err="1">
                <a:latin typeface="D2Coding" panose="020B0609020101020101" pitchFamily="49" charset="-127"/>
                <a:ea typeface="D2Coding" panose="020B0609020101020101" pitchFamily="49" charset="-127"/>
              </a:rPr>
              <a:t>clf</a:t>
            </a:r>
            <a:r>
              <a:rPr lang="ko-KR" altLang="en-US" sz="1400" dirty="0">
                <a:latin typeface="D2Coding" panose="020B0609020101020101" pitchFamily="49" charset="-127"/>
                <a:ea typeface="D2Coding" panose="020B0609020101020101" pitchFamily="49" charset="-127"/>
              </a:rPr>
              <a:t>, </a:t>
            </a:r>
            <a:r>
              <a:rPr lang="ko-KR" altLang="en-US" sz="1400" dirty="0" err="1">
                <a:latin typeface="D2Coding" panose="020B0609020101020101" pitchFamily="49" charset="-127"/>
                <a:ea typeface="D2Coding" panose="020B0609020101020101" pitchFamily="49" charset="-127"/>
              </a:rPr>
              <a:t>X</a:t>
            </a:r>
            <a:r>
              <a:rPr lang="ko-KR" altLang="en-US" sz="1400" dirty="0">
                <a:latin typeface="D2Coding" panose="020B0609020101020101" pitchFamily="49" charset="-127"/>
                <a:ea typeface="D2Coding" panose="020B0609020101020101" pitchFamily="49" charset="-127"/>
              </a:rPr>
              <a:t>, </a:t>
            </a:r>
            <a:r>
              <a:rPr lang="ko-KR" altLang="en-US" sz="1400" dirty="0" err="1">
                <a:latin typeface="D2Coding" panose="020B0609020101020101" pitchFamily="49" charset="-127"/>
                <a:ea typeface="D2Coding" panose="020B0609020101020101" pitchFamily="49" charset="-127"/>
              </a:rPr>
              <a:t>y</a:t>
            </a:r>
            <a:r>
              <a:rPr lang="ko-KR" altLang="en-US" sz="1400" dirty="0">
                <a:latin typeface="D2Coding" panose="020B0609020101020101" pitchFamily="49" charset="-127"/>
                <a:ea typeface="D2Coding" panose="020B0609020101020101" pitchFamily="49" charset="-127"/>
              </a:rPr>
              <a:t>, </a:t>
            </a:r>
            <a:r>
              <a:rPr lang="ko-KR" altLang="en-US" sz="1400" dirty="0" err="1">
                <a:latin typeface="D2Coding" panose="020B0609020101020101" pitchFamily="49" charset="-127"/>
                <a:ea typeface="D2Coding" panose="020B0609020101020101" pitchFamily="49" charset="-127"/>
              </a:rPr>
              <a:t>cv</a:t>
            </a:r>
            <a:r>
              <a:rPr lang="ko-KR" altLang="en-US" sz="1400" dirty="0">
                <a:latin typeface="D2Coding" panose="020B0609020101020101" pitchFamily="49" charset="-127"/>
                <a:ea typeface="D2Coding" panose="020B0609020101020101" pitchFamily="49" charset="-127"/>
              </a:rPr>
              <a:t>=5)</a:t>
            </a:r>
          </a:p>
        </p:txBody>
      </p:sp>
    </p:spTree>
    <p:extLst>
      <p:ext uri="{BB962C8B-B14F-4D97-AF65-F5344CB8AC3E}">
        <p14:creationId xmlns:p14="http://schemas.microsoft.com/office/powerpoint/2010/main" val="258570074"/>
      </p:ext>
    </p:extLst>
  </p:cSld>
  <p:clrMapOvr>
    <a:masterClrMapping/>
  </p:clrMapOvr>
</p:sld>
</file>

<file path=ppt/theme/theme1.xml><?xml version="1.0" encoding="utf-8"?>
<a:theme xmlns:a="http://schemas.openxmlformats.org/drawingml/2006/main" name="WelcomeDoc">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Segoe UI">
      <a:majorFont>
        <a:latin typeface="Segoe UI Light"/>
        <a:ea typeface=""/>
        <a:cs typeface=""/>
      </a:majorFont>
      <a:minorFont>
        <a:latin typeface="Segoe UI"/>
        <a:ea typeface=""/>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_60957323_TF10001108_Win32.potx" id="{89E2DA47-811B-41FC-8101-7BA0FB62AE2C}" vid="{0AAAB8A4-2457-4279-BA92-56392840B1F0}"/>
    </a:ext>
  </a:extLst>
</a:theme>
</file>

<file path=ppt/theme/theme2.xml><?xml version="1.0" encoding="utf-8"?>
<a:theme xmlns:a="http://schemas.openxmlformats.org/drawingml/2006/main" name="Office 테마">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Office 테마">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{9FD8D820-F221-4C2D-97F8-71B66FDCF583}TF2989475c-5427-4edb-9ec1-00f4ce72165be756b0ce_win32-2ff1dad8fff0</Template>
  <TotalTime>6280</TotalTime>
  <Words>428</Words>
  <Application>Microsoft Office PowerPoint</Application>
  <PresentationFormat>와이드스크린</PresentationFormat>
  <Paragraphs>53</Paragraphs>
  <Slides>6</Slides>
  <Notes>1</Notes>
  <HiddenSlides>0</HiddenSlides>
  <MMClips>0</MMClips>
  <ScaleCrop>false</ScaleCrop>
  <HeadingPairs>
    <vt:vector size="6" baseType="variant">
      <vt:variant>
        <vt:lpstr>사용한 글꼴</vt:lpstr>
      </vt:variant>
      <vt:variant>
        <vt:i4>4</vt:i4>
      </vt:variant>
      <vt:variant>
        <vt:lpstr>테마</vt:lpstr>
      </vt:variant>
      <vt:variant>
        <vt:i4>1</vt:i4>
      </vt:variant>
      <vt:variant>
        <vt:lpstr>슬라이드 제목</vt:lpstr>
      </vt:variant>
      <vt:variant>
        <vt:i4>6</vt:i4>
      </vt:variant>
    </vt:vector>
  </HeadingPairs>
  <TitlesOfParts>
    <vt:vector size="11" baseType="lpstr">
      <vt:lpstr>D2Coding</vt:lpstr>
      <vt:lpstr>맑은 고딕</vt:lpstr>
      <vt:lpstr>Batang</vt:lpstr>
      <vt:lpstr>Arial</vt:lpstr>
      <vt:lpstr>WelcomeDoc</vt:lpstr>
      <vt:lpstr>Text Classification</vt:lpstr>
      <vt:lpstr>PowerPoint 프레젠테이션</vt:lpstr>
      <vt:lpstr>PowerPoint 프레젠테이션</vt:lpstr>
      <vt:lpstr>PowerPoint 프레젠테이션</vt:lpstr>
      <vt:lpstr>PowerPoint 프레젠테이션</vt:lpstr>
      <vt:lpstr>PowerPoint 프레젠테이션</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조상구</dc:creator>
  <cp:keywords/>
  <cp:lastModifiedBy>Sanggoo Cho</cp:lastModifiedBy>
  <cp:revision>112</cp:revision>
  <dcterms:created xsi:type="dcterms:W3CDTF">2026-04-06T01:00:39Z</dcterms:created>
  <dcterms:modified xsi:type="dcterms:W3CDTF">2026-06-18T20:44:08Z</dcterms:modified>
  <cp:version/>
</cp:coreProperties>
</file>