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07" r:id="rId22"/>
    <p:sldId id="1133" r:id="rId23"/>
    <p:sldId id="1129" r:id="rId24"/>
    <p:sldId id="1130" r:id="rId25"/>
    <p:sldId id="1177" r:id="rId26"/>
    <p:sldId id="1112" r:id="rId27"/>
    <p:sldId id="1197" r:id="rId28"/>
    <p:sldId id="1132" r:id="rId29"/>
    <p:sldId id="1131" r:id="rId30"/>
    <p:sldId id="1124" r:id="rId31"/>
    <p:sldId id="1198" r:id="rId32"/>
    <p:sldId id="1178" r:id="rId33"/>
    <p:sldId id="1115" r:id="rId34"/>
    <p:sldId id="1138" r:id="rId35"/>
    <p:sldId id="1201" r:id="rId36"/>
    <p:sldId id="1188" r:id="rId37"/>
    <p:sldId id="1189" r:id="rId38"/>
    <p:sldId id="1127" r:id="rId39"/>
    <p:sldId id="1103" r:id="rId40"/>
    <p:sldId id="1098" r:id="rId41"/>
    <p:sldId id="1099" r:id="rId42"/>
    <p:sldId id="1101" r:id="rId43"/>
    <p:sldId id="1202" r:id="rId44"/>
    <p:sldId id="1176" r:id="rId45"/>
    <p:sldId id="1208" r:id="rId46"/>
    <p:sldId id="1209" r:id="rId47"/>
    <p:sldId id="1210" r:id="rId48"/>
    <p:sldId id="1211" r:id="rId49"/>
    <p:sldId id="1212" r:id="rId50"/>
    <p:sldId id="1214" r:id="rId51"/>
    <p:sldId id="1215" r:id="rId52"/>
    <p:sldId id="1213" r:id="rId53"/>
    <p:sldId id="1207" r:id="rId54"/>
    <p:sldId id="1105" r:id="rId55"/>
    <p:sldId id="1095" r:id="rId56"/>
    <p:sldId id="1096" r:id="rId57"/>
    <p:sldId id="1097" r:id="rId58"/>
    <p:sldId id="1106" r:id="rId59"/>
    <p:sldId id="1102" r:id="rId60"/>
    <p:sldId id="1116" r:id="rId61"/>
    <p:sldId id="1104" r:id="rId62"/>
    <p:sldId id="1125" r:id="rId63"/>
    <p:sldId id="1126" r:id="rId64"/>
    <p:sldId id="1175" r:id="rId65"/>
    <p:sldId id="1111" r:id="rId66"/>
    <p:sldId id="1113" r:id="rId67"/>
    <p:sldId id="1109" r:id="rId68"/>
    <p:sldId id="1110" r:id="rId69"/>
    <p:sldId id="1139" r:id="rId70"/>
    <p:sldId id="1186" r:id="rId71"/>
    <p:sldId id="1118" r:id="rId72"/>
    <p:sldId id="1119" r:id="rId73"/>
    <p:sldId id="1194" r:id="rId74"/>
    <p:sldId id="1179" r:id="rId75"/>
    <p:sldId id="1180" r:id="rId76"/>
    <p:sldId id="1190" r:id="rId77"/>
    <p:sldId id="1191" r:id="rId78"/>
    <p:sldId id="1192" r:id="rId79"/>
    <p:sldId id="1193" r:id="rId80"/>
    <p:sldId id="1181" r:id="rId81"/>
    <p:sldId id="1182" r:id="rId82"/>
    <p:sldId id="1183" r:id="rId83"/>
    <p:sldId id="1184" r:id="rId84"/>
    <p:sldId id="1185" r:id="rId85"/>
    <p:sldId id="1187" r:id="rId8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7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6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svg"/><Relationship Id="rId5" Type="http://schemas.openxmlformats.org/officeDocument/2006/relationships/image" Target="../media/image73.png"/><Relationship Id="rId4" Type="http://schemas.openxmlformats.org/officeDocument/2006/relationships/image" Target="../media/image72.sv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284452" y="5377499"/>
            <a:ext cx="774974" cy="766439"/>
          </a:xfrm>
          <a:prstGeom prst="cube">
            <a:avLst>
              <a:gd name="adj" fmla="val 47525"/>
            </a:avLst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73580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6200418" y="1918208"/>
            <a:ext cx="538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096984" y="5284273"/>
            <a:ext cx="306550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693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305157" y="1354210"/>
            <a:ext cx="4234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785351-DF31-E690-342C-F9FFA13708DE}"/>
              </a:ext>
            </a:extLst>
          </p:cNvPr>
          <p:cNvSpPr txBox="1"/>
          <p:nvPr/>
        </p:nvSpPr>
        <p:spPr>
          <a:xfrm>
            <a:off x="7424459" y="3345056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11017</TotalTime>
  <Words>6135</Words>
  <Application>Microsoft Office PowerPoint</Application>
  <PresentationFormat>와이드스크린</PresentationFormat>
  <Paragraphs>721</Paragraphs>
  <Slides>85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5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187</cp:revision>
  <dcterms:created xsi:type="dcterms:W3CDTF">2026-04-06T01:00:39Z</dcterms:created>
  <dcterms:modified xsi:type="dcterms:W3CDTF">2026-09-12T15:17:21Z</dcterms:modified>
  <cp:version/>
</cp:coreProperties>
</file>