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88" r:id="rId26"/>
    <p:sldId id="1189" r:id="rId27"/>
    <p:sldId id="1127" r:id="rId28"/>
    <p:sldId id="1103" r:id="rId29"/>
    <p:sldId id="1098" r:id="rId30"/>
    <p:sldId id="1099" r:id="rId31"/>
    <p:sldId id="1101" r:id="rId32"/>
    <p:sldId id="1176" r:id="rId33"/>
    <p:sldId id="1105" r:id="rId34"/>
    <p:sldId id="1095" r:id="rId35"/>
    <p:sldId id="1096" r:id="rId36"/>
    <p:sldId id="1097" r:id="rId37"/>
    <p:sldId id="1106" r:id="rId38"/>
    <p:sldId id="1102" r:id="rId39"/>
    <p:sldId id="1116" r:id="rId40"/>
    <p:sldId id="1104" r:id="rId41"/>
    <p:sldId id="1125" r:id="rId42"/>
    <p:sldId id="1126" r:id="rId43"/>
    <p:sldId id="1175" r:id="rId44"/>
    <p:sldId id="1111" r:id="rId45"/>
    <p:sldId id="1113" r:id="rId46"/>
    <p:sldId id="1109" r:id="rId47"/>
    <p:sldId id="1110" r:id="rId48"/>
    <p:sldId id="1139" r:id="rId49"/>
    <p:sldId id="1186" r:id="rId50"/>
    <p:sldId id="1118" r:id="rId51"/>
    <p:sldId id="1119" r:id="rId52"/>
    <p:sldId id="1140" r:id="rId53"/>
    <p:sldId id="1179" r:id="rId54"/>
    <p:sldId id="1180" r:id="rId55"/>
    <p:sldId id="1190" r:id="rId56"/>
    <p:sldId id="1191" r:id="rId57"/>
    <p:sldId id="1192" r:id="rId58"/>
    <p:sldId id="1193" r:id="rId59"/>
    <p:sldId id="1181" r:id="rId60"/>
    <p:sldId id="1182" r:id="rId61"/>
    <p:sldId id="1183" r:id="rId62"/>
    <p:sldId id="1184" r:id="rId63"/>
    <p:sldId id="1185" r:id="rId64"/>
    <p:sldId id="1187" r:id="rId6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88"/>
            <p14:sldId id="1189"/>
            <p14:sldId id="1127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40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84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F19A84-3AC7-D217-7F35-8925ECDB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9" y="2618414"/>
            <a:ext cx="1768149" cy="18706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A5560A-E9C2-3D9F-70CA-16D62C7F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4335" y="1506549"/>
            <a:ext cx="1165954" cy="11659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37744AF-651B-228B-2F6E-A7F7B5313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490" y="3266510"/>
            <a:ext cx="1441426" cy="11979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2839592-CA62-1071-CA61-EF1C561FC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909" y="5070656"/>
            <a:ext cx="1153141" cy="1197985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3E082A0-3425-7775-5A31-F90D12E2ED1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255708" y="2089526"/>
            <a:ext cx="1478627" cy="14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D72F8BB-535F-72AB-1E73-1CD0F9A3483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255708" y="3553740"/>
            <a:ext cx="1563201" cy="21159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E4C3CFD-71E6-F064-7C95-B5F14A6F5683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255708" y="3553740"/>
            <a:ext cx="1314782" cy="311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352802" y="1325573"/>
            <a:ext cx="6351639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DC131-A830-DA5C-660F-18AE948897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10800</TotalTime>
  <Words>5003</Words>
  <Application>Microsoft Office PowerPoint</Application>
  <PresentationFormat>와이드스크린</PresentationFormat>
  <Paragraphs>567</Paragraphs>
  <Slides>64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4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174</cp:revision>
  <dcterms:created xsi:type="dcterms:W3CDTF">2026-04-06T01:00:39Z</dcterms:created>
  <dcterms:modified xsi:type="dcterms:W3CDTF">2026-08-05T05:09:59Z</dcterms:modified>
  <cp:version/>
</cp:coreProperties>
</file>