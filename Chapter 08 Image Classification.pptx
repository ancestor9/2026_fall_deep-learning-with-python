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5"/>
  </p:notesMasterIdLst>
  <p:handoutMasterIdLst>
    <p:handoutMasterId r:id="rId76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195" r:id="rId9"/>
    <p:sldId id="1169" r:id="rId10"/>
    <p:sldId id="1170" r:id="rId11"/>
    <p:sldId id="1171" r:id="rId12"/>
    <p:sldId id="1196" r:id="rId13"/>
    <p:sldId id="1172" r:id="rId14"/>
    <p:sldId id="1137" r:id="rId15"/>
    <p:sldId id="1114" r:id="rId16"/>
    <p:sldId id="1199" r:id="rId17"/>
    <p:sldId id="1200" r:id="rId18"/>
    <p:sldId id="1107" r:id="rId19"/>
    <p:sldId id="1133" r:id="rId20"/>
    <p:sldId id="1129" r:id="rId21"/>
    <p:sldId id="1130" r:id="rId22"/>
    <p:sldId id="1177" r:id="rId23"/>
    <p:sldId id="1112" r:id="rId24"/>
    <p:sldId id="1197" r:id="rId25"/>
    <p:sldId id="1132" r:id="rId26"/>
    <p:sldId id="1131" r:id="rId27"/>
    <p:sldId id="1124" r:id="rId28"/>
    <p:sldId id="1198" r:id="rId29"/>
    <p:sldId id="1178" r:id="rId30"/>
    <p:sldId id="1115" r:id="rId31"/>
    <p:sldId id="1138" r:id="rId32"/>
    <p:sldId id="1201" r:id="rId33"/>
    <p:sldId id="1188" r:id="rId34"/>
    <p:sldId id="1189" r:id="rId35"/>
    <p:sldId id="1127" r:id="rId36"/>
    <p:sldId id="1103" r:id="rId37"/>
    <p:sldId id="1098" r:id="rId38"/>
    <p:sldId id="1099" r:id="rId39"/>
    <p:sldId id="1101" r:id="rId40"/>
    <p:sldId id="1202" r:id="rId41"/>
    <p:sldId id="1176" r:id="rId42"/>
    <p:sldId id="1105" r:id="rId43"/>
    <p:sldId id="1095" r:id="rId44"/>
    <p:sldId id="1096" r:id="rId45"/>
    <p:sldId id="1097" r:id="rId46"/>
    <p:sldId id="1106" r:id="rId47"/>
    <p:sldId id="1102" r:id="rId48"/>
    <p:sldId id="1116" r:id="rId49"/>
    <p:sldId id="1104" r:id="rId50"/>
    <p:sldId id="1125" r:id="rId51"/>
    <p:sldId id="1126" r:id="rId52"/>
    <p:sldId id="1175" r:id="rId53"/>
    <p:sldId id="1111" r:id="rId54"/>
    <p:sldId id="1113" r:id="rId55"/>
    <p:sldId id="1109" r:id="rId56"/>
    <p:sldId id="1110" r:id="rId57"/>
    <p:sldId id="1139" r:id="rId58"/>
    <p:sldId id="1186" r:id="rId59"/>
    <p:sldId id="1118" r:id="rId60"/>
    <p:sldId id="1119" r:id="rId61"/>
    <p:sldId id="1194" r:id="rId62"/>
    <p:sldId id="1179" r:id="rId63"/>
    <p:sldId id="1180" r:id="rId64"/>
    <p:sldId id="1190" r:id="rId65"/>
    <p:sldId id="1191" r:id="rId66"/>
    <p:sldId id="1192" r:id="rId67"/>
    <p:sldId id="1193" r:id="rId68"/>
    <p:sldId id="1181" r:id="rId69"/>
    <p:sldId id="1182" r:id="rId70"/>
    <p:sldId id="1183" r:id="rId71"/>
    <p:sldId id="1184" r:id="rId72"/>
    <p:sldId id="1185" r:id="rId73"/>
    <p:sldId id="1187" r:id="rId7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195"/>
            <p14:sldId id="1169"/>
            <p14:sldId id="1170"/>
            <p14:sldId id="1171"/>
            <p14:sldId id="1196"/>
            <p14:sldId id="1172"/>
            <p14:sldId id="1137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4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jpe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5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svg"/><Relationship Id="rId5" Type="http://schemas.openxmlformats.org/officeDocument/2006/relationships/image" Target="../media/image62.png"/><Relationship Id="rId4" Type="http://schemas.openxmlformats.org/officeDocument/2006/relationships/image" Target="../media/image61.sv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742" y="1719436"/>
            <a:ext cx="6056283" cy="39032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2867025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operation,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29D9C4-A941-42A3-22DA-7D0982457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751" y="1925831"/>
            <a:ext cx="6265840" cy="36081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92AE02-2017-1756-71EF-3857347C27F3}"/>
              </a:ext>
            </a:extLst>
          </p:cNvPr>
          <p:cNvSpPr txBox="1"/>
          <p:nvPr/>
        </p:nvSpPr>
        <p:spPr>
          <a:xfrm>
            <a:off x="1243751" y="565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layers with rectangular local receptive fields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34D2A-BCAB-8A7E-6A87-2A2A50C38CAE}"/>
              </a:ext>
            </a:extLst>
          </p:cNvPr>
          <p:cNvSpPr txBox="1"/>
          <p:nvPr/>
        </p:nvSpPr>
        <p:spPr>
          <a:xfrm>
            <a:off x="7667625" y="1925831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638237" y="1632376"/>
            <a:ext cx="35242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10923</TotalTime>
  <Words>5563</Words>
  <Application>Microsoft Office PowerPoint</Application>
  <PresentationFormat>와이드스크린</PresentationFormat>
  <Paragraphs>657</Paragraphs>
  <Slides>73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73</vt:i4>
      </vt:variant>
    </vt:vector>
  </HeadingPairs>
  <TitlesOfParts>
    <vt:vector size="83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181</cp:revision>
  <dcterms:created xsi:type="dcterms:W3CDTF">2026-04-06T01:00:39Z</dcterms:created>
  <dcterms:modified xsi:type="dcterms:W3CDTF">2026-08-10T13:35:49Z</dcterms:modified>
  <cp:version/>
</cp:coreProperties>
</file>