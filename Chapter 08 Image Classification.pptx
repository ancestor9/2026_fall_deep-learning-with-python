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88" r:id="rId26"/>
    <p:sldId id="1189" r:id="rId27"/>
    <p:sldId id="1127" r:id="rId28"/>
    <p:sldId id="1103" r:id="rId29"/>
    <p:sldId id="1098" r:id="rId30"/>
    <p:sldId id="1099" r:id="rId31"/>
    <p:sldId id="1101" r:id="rId32"/>
    <p:sldId id="1176" r:id="rId33"/>
    <p:sldId id="1105" r:id="rId34"/>
    <p:sldId id="1095" r:id="rId35"/>
    <p:sldId id="1096" r:id="rId36"/>
    <p:sldId id="1097" r:id="rId37"/>
    <p:sldId id="1106" r:id="rId38"/>
    <p:sldId id="1102" r:id="rId39"/>
    <p:sldId id="1116" r:id="rId40"/>
    <p:sldId id="1104" r:id="rId41"/>
    <p:sldId id="1125" r:id="rId42"/>
    <p:sldId id="1126" r:id="rId43"/>
    <p:sldId id="1175" r:id="rId44"/>
    <p:sldId id="1111" r:id="rId45"/>
    <p:sldId id="1113" r:id="rId46"/>
    <p:sldId id="1109" r:id="rId47"/>
    <p:sldId id="1110" r:id="rId48"/>
    <p:sldId id="1139" r:id="rId49"/>
    <p:sldId id="1186" r:id="rId50"/>
    <p:sldId id="1118" r:id="rId51"/>
    <p:sldId id="1119" r:id="rId52"/>
    <p:sldId id="1140" r:id="rId53"/>
    <p:sldId id="1179" r:id="rId54"/>
    <p:sldId id="1180" r:id="rId55"/>
    <p:sldId id="1190" r:id="rId56"/>
    <p:sldId id="1191" r:id="rId57"/>
    <p:sldId id="1192" r:id="rId58"/>
    <p:sldId id="1193" r:id="rId59"/>
    <p:sldId id="1181" r:id="rId60"/>
    <p:sldId id="1182" r:id="rId61"/>
    <p:sldId id="1183" r:id="rId62"/>
    <p:sldId id="1184" r:id="rId63"/>
    <p:sldId id="1185" r:id="rId64"/>
    <p:sldId id="1187" r:id="rId6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88"/>
            <p14:sldId id="1189"/>
            <p14:sldId id="1127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40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DC131-A830-DA5C-660F-18AE948897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10653</TotalTime>
  <Words>4989</Words>
  <Application>Microsoft Office PowerPoint</Application>
  <PresentationFormat>와이드스크린</PresentationFormat>
  <Paragraphs>566</Paragraphs>
  <Slides>64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4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173</cp:revision>
  <dcterms:created xsi:type="dcterms:W3CDTF">2026-04-06T01:00:39Z</dcterms:created>
  <dcterms:modified xsi:type="dcterms:W3CDTF">2026-08-05T02:42:04Z</dcterms:modified>
  <cp:version/>
</cp:coreProperties>
</file>