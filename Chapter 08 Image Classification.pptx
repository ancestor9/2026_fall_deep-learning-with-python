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0"/>
  </p:notesMasterIdLst>
  <p:handoutMasterIdLst>
    <p:handoutMasterId r:id="rId51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3" r:id="rId12"/>
    <p:sldId id="1129" r:id="rId13"/>
    <p:sldId id="1130" r:id="rId14"/>
    <p:sldId id="1137" r:id="rId15"/>
    <p:sldId id="1138" r:id="rId16"/>
    <p:sldId id="1132" r:id="rId17"/>
    <p:sldId id="1131" r:id="rId18"/>
    <p:sldId id="1117" r:id="rId19"/>
    <p:sldId id="1114" r:id="rId20"/>
    <p:sldId id="1112" r:id="rId21"/>
    <p:sldId id="1105" r:id="rId22"/>
    <p:sldId id="1095" r:id="rId23"/>
    <p:sldId id="1096" r:id="rId24"/>
    <p:sldId id="1097" r:id="rId25"/>
    <p:sldId id="1103" r:id="rId26"/>
    <p:sldId id="1107" r:id="rId27"/>
    <p:sldId id="1115" r:id="rId28"/>
    <p:sldId id="1098" r:id="rId29"/>
    <p:sldId id="1099" r:id="rId30"/>
    <p:sldId id="1100" r:id="rId31"/>
    <p:sldId id="1101" r:id="rId32"/>
    <p:sldId id="1127" r:id="rId33"/>
    <p:sldId id="1106" r:id="rId34"/>
    <p:sldId id="1116" r:id="rId35"/>
    <p:sldId id="1102" r:id="rId36"/>
    <p:sldId id="1104" r:id="rId37"/>
    <p:sldId id="1124" r:id="rId38"/>
    <p:sldId id="1125" r:id="rId39"/>
    <p:sldId id="1126" r:id="rId40"/>
    <p:sldId id="1111" r:id="rId41"/>
    <p:sldId id="1113" r:id="rId42"/>
    <p:sldId id="1109" r:id="rId43"/>
    <p:sldId id="1110" r:id="rId44"/>
    <p:sldId id="1139" r:id="rId45"/>
    <p:sldId id="1118" r:id="rId46"/>
    <p:sldId id="1119" r:id="rId47"/>
    <p:sldId id="1120" r:id="rId48"/>
    <p:sldId id="1140" r:id="rId4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3"/>
            <p14:sldId id="1129"/>
            <p14:sldId id="1130"/>
            <p14:sldId id="1137"/>
            <p14:sldId id="1138"/>
            <p14:sldId id="1132"/>
            <p14:sldId id="1131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39"/>
            <p14:sldId id="1118"/>
            <p14:sldId id="1119"/>
            <p14:sldId id="1120"/>
            <p14:sldId id="114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9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3" Type="http://schemas.openxmlformats.org/officeDocument/2006/relationships/image" Target="../media/image180.png"/><Relationship Id="rId7" Type="http://schemas.openxmlformats.org/officeDocument/2006/relationships/image" Target="../media/image22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1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651E4-B433-889A-1AD1-483312F2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1009084" y="174212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011DB8-1014-0439-048F-6528E9323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136B6-3B92-C54B-5F05-D789E64B1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F2CC743-0314-A262-6CC9-D5FEFCD64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481" y="1786248"/>
            <a:ext cx="9560560" cy="3712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/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8A839-CC74-357F-69C4-BEB97886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590937-4C52-006C-6B0C-36118C01F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9348</TotalTime>
  <Words>2835</Words>
  <Application>Microsoft Office PowerPoint</Application>
  <PresentationFormat>와이드스크린</PresentationFormat>
  <Paragraphs>376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8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156</cp:revision>
  <dcterms:created xsi:type="dcterms:W3CDTF">2026-04-06T01:00:39Z</dcterms:created>
  <dcterms:modified xsi:type="dcterms:W3CDTF">2026-08-03T15:26:30Z</dcterms:modified>
  <cp:version/>
</cp:coreProperties>
</file>