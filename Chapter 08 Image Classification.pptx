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1136" r:id="rId3"/>
    <p:sldId id="1128" r:id="rId4"/>
    <p:sldId id="1134" r:id="rId5"/>
    <p:sldId id="1133" r:id="rId6"/>
    <p:sldId id="1129" r:id="rId7"/>
    <p:sldId id="1130" r:id="rId8"/>
    <p:sldId id="1137" r:id="rId9"/>
    <p:sldId id="1138" r:id="rId10"/>
    <p:sldId id="1132" r:id="rId11"/>
    <p:sldId id="1131" r:id="rId12"/>
    <p:sldId id="978" r:id="rId13"/>
    <p:sldId id="1117" r:id="rId14"/>
    <p:sldId id="1114" r:id="rId15"/>
    <p:sldId id="1112" r:id="rId16"/>
    <p:sldId id="1105" r:id="rId17"/>
    <p:sldId id="1095" r:id="rId18"/>
    <p:sldId id="1096" r:id="rId19"/>
    <p:sldId id="1097" r:id="rId20"/>
    <p:sldId id="1103" r:id="rId21"/>
    <p:sldId id="1107" r:id="rId22"/>
    <p:sldId id="1115" r:id="rId23"/>
    <p:sldId id="1098" r:id="rId24"/>
    <p:sldId id="1099" r:id="rId25"/>
    <p:sldId id="1100" r:id="rId26"/>
    <p:sldId id="1101" r:id="rId27"/>
    <p:sldId id="1127" r:id="rId28"/>
    <p:sldId id="1106" r:id="rId29"/>
    <p:sldId id="1116" r:id="rId30"/>
    <p:sldId id="1102" r:id="rId31"/>
    <p:sldId id="1104" r:id="rId32"/>
    <p:sldId id="1124" r:id="rId33"/>
    <p:sldId id="1125" r:id="rId34"/>
    <p:sldId id="1126" r:id="rId35"/>
    <p:sldId id="1111" r:id="rId36"/>
    <p:sldId id="1113" r:id="rId37"/>
    <p:sldId id="1109" r:id="rId38"/>
    <p:sldId id="1110" r:id="rId39"/>
    <p:sldId id="1118" r:id="rId40"/>
    <p:sldId id="1119" r:id="rId41"/>
    <p:sldId id="1120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28"/>
            <p14:sldId id="1134"/>
            <p14:sldId id="1133"/>
            <p14:sldId id="1129"/>
            <p14:sldId id="1130"/>
            <p14:sldId id="1137"/>
            <p14:sldId id="1138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221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4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1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7540310" cy="3197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Understanding convolutional neural networks (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a pretrained </a:t>
            </a:r>
            <a:r>
              <a:rPr lang="en-US" altLang="ko-KR" sz="2000" dirty="0" err="1"/>
              <a:t>ConvNet</a:t>
            </a:r>
            <a:r>
              <a:rPr lang="en-US" altLang="ko-KR" sz="2000" dirty="0"/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Fine-tuning a pretrained </a:t>
            </a:r>
            <a:r>
              <a:rPr lang="en-US" altLang="ko-KR" sz="2000" dirty="0" err="1"/>
              <a:t>ConvNet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1009084" y="1742121"/>
            <a:ext cx="9411266" cy="324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maps, d</a:t>
            </a:r>
            <a:r>
              <a:rPr lang="en-US" altLang="ko-KR" sz="2800" dirty="0"/>
              <a:t>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Flatten</a:t>
            </a:r>
            <a:endParaRPr lang="ko-KR" altLang="en-US" sz="2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F9A5027-C42E-7319-0AC9-BDE98445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AFD1E9F0-341B-6DCC-1492-1F64379FC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011DB8-1014-0439-048F-6528E9323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136B6-3B92-C54B-5F05-D789E64B1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F2CC743-0314-A262-6CC9-D5FEFCD64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481" y="1786248"/>
            <a:ext cx="9560560" cy="3712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/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9230</TotalTime>
  <Words>2229</Words>
  <Application>Microsoft Office PowerPoint</Application>
  <PresentationFormat>와이드스크린</PresentationFormat>
  <Paragraphs>326</Paragraphs>
  <Slides>41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149</cp:revision>
  <dcterms:created xsi:type="dcterms:W3CDTF">2026-04-06T01:00:39Z</dcterms:created>
  <dcterms:modified xsi:type="dcterms:W3CDTF">2026-07-10T13:51:07Z</dcterms:modified>
  <cp:version/>
</cp:coreProperties>
</file>