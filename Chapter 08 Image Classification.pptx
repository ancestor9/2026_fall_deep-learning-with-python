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5"/>
  </p:notesMasterIdLst>
  <p:handoutMasterIdLst>
    <p:handoutMasterId r:id="rId86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216" r:id="rId9"/>
    <p:sldId id="1195" r:id="rId10"/>
    <p:sldId id="1169" r:id="rId11"/>
    <p:sldId id="1170" r:id="rId12"/>
    <p:sldId id="1172" r:id="rId13"/>
    <p:sldId id="1196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33" r:id="rId22"/>
    <p:sldId id="1129" r:id="rId23"/>
    <p:sldId id="1130" r:id="rId24"/>
    <p:sldId id="1177" r:id="rId25"/>
    <p:sldId id="1107" r:id="rId26"/>
    <p:sldId id="1223" r:id="rId27"/>
    <p:sldId id="1112" r:id="rId28"/>
    <p:sldId id="1197" r:id="rId29"/>
    <p:sldId id="1222" r:id="rId30"/>
    <p:sldId id="1132" r:id="rId31"/>
    <p:sldId id="1131" r:id="rId32"/>
    <p:sldId id="1124" r:id="rId33"/>
    <p:sldId id="1109" r:id="rId34"/>
    <p:sldId id="1198" r:id="rId35"/>
    <p:sldId id="1098" r:id="rId36"/>
    <p:sldId id="1099" r:id="rId37"/>
    <p:sldId id="1178" r:id="rId38"/>
    <p:sldId id="1115" r:id="rId39"/>
    <p:sldId id="1138" r:id="rId40"/>
    <p:sldId id="1224" r:id="rId41"/>
    <p:sldId id="1201" r:id="rId42"/>
    <p:sldId id="1188" r:id="rId43"/>
    <p:sldId id="1189" r:id="rId44"/>
    <p:sldId id="1127" r:id="rId45"/>
    <p:sldId id="1103" r:id="rId46"/>
    <p:sldId id="1176" r:id="rId47"/>
    <p:sldId id="1101" r:id="rId48"/>
    <p:sldId id="1202" r:id="rId49"/>
    <p:sldId id="1208" r:id="rId50"/>
    <p:sldId id="1209" r:id="rId51"/>
    <p:sldId id="1210" r:id="rId52"/>
    <p:sldId id="1211" r:id="rId53"/>
    <p:sldId id="1212" r:id="rId54"/>
    <p:sldId id="1214" r:id="rId55"/>
    <p:sldId id="1215" r:id="rId56"/>
    <p:sldId id="1213" r:id="rId57"/>
    <p:sldId id="1207" r:id="rId58"/>
    <p:sldId id="1105" r:id="rId59"/>
    <p:sldId id="1095" r:id="rId60"/>
    <p:sldId id="1106" r:id="rId61"/>
    <p:sldId id="1102" r:id="rId62"/>
    <p:sldId id="1116" r:id="rId63"/>
    <p:sldId id="1104" r:id="rId64"/>
    <p:sldId id="1186" r:id="rId65"/>
    <p:sldId id="1175" r:id="rId66"/>
    <p:sldId id="1111" r:id="rId67"/>
    <p:sldId id="1118" r:id="rId68"/>
    <p:sldId id="1119" r:id="rId69"/>
    <p:sldId id="1194" r:id="rId70"/>
    <p:sldId id="1113" r:id="rId71"/>
    <p:sldId id="1179" r:id="rId72"/>
    <p:sldId id="1180" r:id="rId73"/>
    <p:sldId id="1190" r:id="rId74"/>
    <p:sldId id="1191" r:id="rId75"/>
    <p:sldId id="1192" r:id="rId76"/>
    <p:sldId id="1193" r:id="rId77"/>
    <p:sldId id="1181" r:id="rId78"/>
    <p:sldId id="1182" r:id="rId79"/>
    <p:sldId id="1183" r:id="rId80"/>
    <p:sldId id="1184" r:id="rId81"/>
    <p:sldId id="1185" r:id="rId82"/>
    <p:sldId id="1187" r:id="rId83"/>
    <p:sldId id="1139" r:id="rId8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216"/>
            <p14:sldId id="1195"/>
            <p14:sldId id="1169"/>
            <p14:sldId id="1170"/>
            <p14:sldId id="1172"/>
            <p14:sldId id="1196"/>
            <p14:sldId id="1137"/>
            <p14:sldId id="1205"/>
            <p14:sldId id="1206"/>
            <p14:sldId id="1204"/>
            <p14:sldId id="1114"/>
            <p14:sldId id="1199"/>
            <p14:sldId id="1200"/>
            <p14:sldId id="1133"/>
            <p14:sldId id="1129"/>
            <p14:sldId id="1130"/>
            <p14:sldId id="1177"/>
            <p14:sldId id="1107"/>
            <p14:sldId id="1223"/>
            <p14:sldId id="1112"/>
            <p14:sldId id="1197"/>
            <p14:sldId id="1222"/>
            <p14:sldId id="1132"/>
            <p14:sldId id="1131"/>
            <p14:sldId id="1124"/>
            <p14:sldId id="1109"/>
            <p14:sldId id="1198"/>
            <p14:sldId id="1098"/>
            <p14:sldId id="1099"/>
            <p14:sldId id="1178"/>
            <p14:sldId id="1115"/>
            <p14:sldId id="1138"/>
            <p14:sldId id="1224"/>
            <p14:sldId id="1201"/>
            <p14:sldId id="1188"/>
            <p14:sldId id="1189"/>
            <p14:sldId id="1127"/>
            <p14:sldId id="1103"/>
            <p14:sldId id="1176"/>
            <p14:sldId id="1101"/>
            <p14:sldId id="1202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106"/>
            <p14:sldId id="1102"/>
            <p14:sldId id="1116"/>
            <p14:sldId id="1104"/>
            <p14:sldId id="1186"/>
            <p14:sldId id="1175"/>
            <p14:sldId id="1111"/>
            <p14:sldId id="1118"/>
            <p14:sldId id="1119"/>
            <p14:sldId id="1194"/>
            <p14:sldId id="1113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commentAuthors" Target="comment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appendix/CNN.xlsx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github.com/ancestor9/2026_Fall_Deep-Learning-with-Python/blob/main/appendix/CNN.xlsx" TargetMode="External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gif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8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8.svg"/><Relationship Id="rId5" Type="http://schemas.openxmlformats.org/officeDocument/2006/relationships/image" Target="../media/image87.png"/><Relationship Id="rId4" Type="http://schemas.openxmlformats.org/officeDocument/2006/relationships/image" Target="../media/image86.sv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574645" y="5289862"/>
            <a:ext cx="774974" cy="766439"/>
          </a:xfrm>
          <a:prstGeom prst="cube">
            <a:avLst>
              <a:gd name="adj" fmla="val 47525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 : Kernels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18208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7085454" y="1882694"/>
            <a:ext cx="1540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 nodes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139231" y="5237244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0880CDC-6ABA-6E73-F568-29342A378AF8}"/>
              </a:ext>
            </a:extLst>
          </p:cNvPr>
          <p:cNvCxnSpPr>
            <a:cxnSpLocks/>
          </p:cNvCxnSpPr>
          <p:nvPr/>
        </p:nvCxnSpPr>
        <p:spPr>
          <a:xfrm>
            <a:off x="5218545" y="1574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B74A4C3-D431-8AE5-B853-3029253BA3D6}"/>
              </a:ext>
            </a:extLst>
          </p:cNvPr>
          <p:cNvCxnSpPr>
            <a:cxnSpLocks/>
          </p:cNvCxnSpPr>
          <p:nvPr/>
        </p:nvCxnSpPr>
        <p:spPr>
          <a:xfrm>
            <a:off x="5218545" y="17272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86D60CD-C51C-A359-822D-7FF6BDFAA9E6}"/>
              </a:ext>
            </a:extLst>
          </p:cNvPr>
          <p:cNvCxnSpPr>
            <a:cxnSpLocks/>
          </p:cNvCxnSpPr>
          <p:nvPr/>
        </p:nvCxnSpPr>
        <p:spPr>
          <a:xfrm>
            <a:off x="5218545" y="18796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3AF1D80-F8AB-33DA-899A-319C911AE370}"/>
              </a:ext>
            </a:extLst>
          </p:cNvPr>
          <p:cNvCxnSpPr>
            <a:cxnSpLocks/>
          </p:cNvCxnSpPr>
          <p:nvPr/>
        </p:nvCxnSpPr>
        <p:spPr>
          <a:xfrm>
            <a:off x="5218545" y="20320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DA98637-551D-4785-CE3D-653BC6B78687}"/>
              </a:ext>
            </a:extLst>
          </p:cNvPr>
          <p:cNvCxnSpPr>
            <a:cxnSpLocks/>
          </p:cNvCxnSpPr>
          <p:nvPr/>
        </p:nvCxnSpPr>
        <p:spPr>
          <a:xfrm>
            <a:off x="5218545" y="21844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390A921-BDAE-B485-39C5-C0F4DEAEB982}"/>
              </a:ext>
            </a:extLst>
          </p:cNvPr>
          <p:cNvCxnSpPr>
            <a:cxnSpLocks/>
          </p:cNvCxnSpPr>
          <p:nvPr/>
        </p:nvCxnSpPr>
        <p:spPr>
          <a:xfrm>
            <a:off x="5218545" y="2336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84EF658-3C45-41E7-32C3-F1931F38A1EA}"/>
              </a:ext>
            </a:extLst>
          </p:cNvPr>
          <p:cNvCxnSpPr>
            <a:cxnSpLocks/>
          </p:cNvCxnSpPr>
          <p:nvPr/>
        </p:nvCxnSpPr>
        <p:spPr>
          <a:xfrm flipV="1">
            <a:off x="5244180" y="36365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D0930D88-FA1B-A0B2-0640-590A6C37421F}"/>
              </a:ext>
            </a:extLst>
          </p:cNvPr>
          <p:cNvCxnSpPr>
            <a:cxnSpLocks/>
          </p:cNvCxnSpPr>
          <p:nvPr/>
        </p:nvCxnSpPr>
        <p:spPr>
          <a:xfrm flipV="1">
            <a:off x="5244180" y="37889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2FFC9F2-E3B5-AA10-F605-2D8067D63924}"/>
              </a:ext>
            </a:extLst>
          </p:cNvPr>
          <p:cNvCxnSpPr>
            <a:cxnSpLocks/>
          </p:cNvCxnSpPr>
          <p:nvPr/>
        </p:nvCxnSpPr>
        <p:spPr>
          <a:xfrm flipV="1">
            <a:off x="5244180" y="39413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C67F9A15-2583-FB71-65F2-5437ADC5C628}"/>
              </a:ext>
            </a:extLst>
          </p:cNvPr>
          <p:cNvCxnSpPr>
            <a:cxnSpLocks/>
          </p:cNvCxnSpPr>
          <p:nvPr/>
        </p:nvCxnSpPr>
        <p:spPr>
          <a:xfrm flipV="1">
            <a:off x="5244180" y="40937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D0653FC-CDC8-3211-8BA9-6550C896C739}"/>
              </a:ext>
            </a:extLst>
          </p:cNvPr>
          <p:cNvCxnSpPr>
            <a:cxnSpLocks/>
          </p:cNvCxnSpPr>
          <p:nvPr/>
        </p:nvCxnSpPr>
        <p:spPr>
          <a:xfrm flipV="1">
            <a:off x="5244180" y="42461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1C1E83-1ACC-9943-5BF8-EE7C0245FE23}"/>
              </a:ext>
            </a:extLst>
          </p:cNvPr>
          <p:cNvCxnSpPr>
            <a:cxnSpLocks/>
          </p:cNvCxnSpPr>
          <p:nvPr/>
        </p:nvCxnSpPr>
        <p:spPr>
          <a:xfrm flipV="1">
            <a:off x="5251875" y="19506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16A1753-D809-9DD9-F188-34817A8C4F54}"/>
              </a:ext>
            </a:extLst>
          </p:cNvPr>
          <p:cNvCxnSpPr>
            <a:cxnSpLocks/>
          </p:cNvCxnSpPr>
          <p:nvPr/>
        </p:nvCxnSpPr>
        <p:spPr>
          <a:xfrm flipV="1">
            <a:off x="5251875" y="21030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8EC5D7E-84AD-1DD2-C3B1-607B004CD3FA}"/>
              </a:ext>
            </a:extLst>
          </p:cNvPr>
          <p:cNvCxnSpPr>
            <a:cxnSpLocks/>
          </p:cNvCxnSpPr>
          <p:nvPr/>
        </p:nvCxnSpPr>
        <p:spPr>
          <a:xfrm flipV="1">
            <a:off x="5251875" y="22554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77EBAA6-8A4E-C017-44A4-B54DC37DC36F}"/>
              </a:ext>
            </a:extLst>
          </p:cNvPr>
          <p:cNvCxnSpPr>
            <a:cxnSpLocks/>
          </p:cNvCxnSpPr>
          <p:nvPr/>
        </p:nvCxnSpPr>
        <p:spPr>
          <a:xfrm flipV="1">
            <a:off x="5251875" y="24078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18888B73-C2C3-F3AD-117C-0763B83240DD}"/>
              </a:ext>
            </a:extLst>
          </p:cNvPr>
          <p:cNvCxnSpPr>
            <a:cxnSpLocks/>
          </p:cNvCxnSpPr>
          <p:nvPr/>
        </p:nvCxnSpPr>
        <p:spPr>
          <a:xfrm flipV="1">
            <a:off x="5251875" y="25602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C36AB32-ED62-CF08-DF45-61B85819C488}"/>
              </a:ext>
            </a:extLst>
          </p:cNvPr>
          <p:cNvCxnSpPr>
            <a:cxnSpLocks/>
          </p:cNvCxnSpPr>
          <p:nvPr/>
        </p:nvCxnSpPr>
        <p:spPr>
          <a:xfrm>
            <a:off x="5250873" y="36298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80C6FFB9-D3F4-85CB-6154-7F0DBEFCF95B}"/>
              </a:ext>
            </a:extLst>
          </p:cNvPr>
          <p:cNvCxnSpPr>
            <a:cxnSpLocks/>
          </p:cNvCxnSpPr>
          <p:nvPr/>
        </p:nvCxnSpPr>
        <p:spPr>
          <a:xfrm>
            <a:off x="5250873" y="37822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692700B-1261-84AD-FA48-86001B8B7185}"/>
              </a:ext>
            </a:extLst>
          </p:cNvPr>
          <p:cNvCxnSpPr>
            <a:cxnSpLocks/>
          </p:cNvCxnSpPr>
          <p:nvPr/>
        </p:nvCxnSpPr>
        <p:spPr>
          <a:xfrm>
            <a:off x="5250873" y="39346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214EC02-7913-E92F-9107-97E3AC9E6213}"/>
              </a:ext>
            </a:extLst>
          </p:cNvPr>
          <p:cNvCxnSpPr>
            <a:cxnSpLocks/>
          </p:cNvCxnSpPr>
          <p:nvPr/>
        </p:nvCxnSpPr>
        <p:spPr>
          <a:xfrm>
            <a:off x="5250873" y="40870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116CCE-36A3-D147-F5DB-1425B5DE8B69}"/>
              </a:ext>
            </a:extLst>
          </p:cNvPr>
          <p:cNvSpPr txBox="1"/>
          <p:nvPr/>
        </p:nvSpPr>
        <p:spPr>
          <a:xfrm>
            <a:off x="5454847" y="3068649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B48C1-A2E1-1227-4344-4B09C6E98F7F}"/>
              </a:ext>
            </a:extLst>
          </p:cNvPr>
          <p:cNvSpPr txBox="1"/>
          <p:nvPr/>
        </p:nvSpPr>
        <p:spPr>
          <a:xfrm>
            <a:off x="5471718" y="6148407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464" y="3010916"/>
            <a:ext cx="5557836" cy="267957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414465" y="5764337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372350" y="3010916"/>
            <a:ext cx="4305557" cy="19983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438922"/>
            <a:ext cx="6238875" cy="43527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 특성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38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148664"/>
            <a:ext cx="50617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165715"/>
            <a:ext cx="5257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989539"/>
            <a:ext cx="6294430" cy="3812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722097" y="5892350"/>
            <a:ext cx="674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1AFAC-D342-5FD0-19DB-EAFEB5391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D0F714-0188-657C-CEB1-3B647B92A7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Random Variable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E78D73A-7022-C911-9CD2-793CC6C6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DC7C92D-EA63-3DAC-7572-4598A7791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510" y="1392335"/>
            <a:ext cx="8771380" cy="508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026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B65A4F76-2677-DA2F-487D-164C57937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19" y="2122122"/>
            <a:ext cx="10760372" cy="390177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962650" y="3815902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03470" y="511873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89945" y="1228841"/>
            <a:ext cx="10014280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CNN.xlsx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442176" y="6101965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01261" y="6086344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971AD-4941-109D-593A-2D97974C6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A17C5A5-3EDD-42F2-3E47-925A0A91EF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1D 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EF72DB91-5D1F-2265-D157-013F76D64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6D7C743-D5FC-83A3-2E87-DF91CE13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97" y="3697493"/>
            <a:ext cx="3635055" cy="2568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BE804E-790A-C71B-E5CE-227B29ADD1FA}"/>
              </a:ext>
            </a:extLst>
          </p:cNvPr>
          <p:cNvSpPr txBox="1"/>
          <p:nvPr/>
        </p:nvSpPr>
        <p:spPr>
          <a:xfrm>
            <a:off x="592348" y="1231695"/>
            <a:ext cx="11237702" cy="83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Conv(1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다뤄지는 이유는 커널이 슬라이딩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방향이 시간 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방향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뿐이기 때문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CNN.xlsx</a:t>
            </a:r>
            <a:endParaRPr lang="ko-KR" altLang="en-US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ABA57C-3D6B-C919-9B37-BF5261ED0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2530" y="2963666"/>
            <a:ext cx="3200677" cy="2057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B3DEA7-65ED-A3D0-B846-AB55606C81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6491" y="1960012"/>
            <a:ext cx="624894" cy="237002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E57B941-7C91-5ADE-D2B0-39577E41CA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370" y="4509825"/>
            <a:ext cx="3177815" cy="3810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1B00818-DE2A-6A0E-CCCF-1FA9D8A8D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7151" y="3011710"/>
            <a:ext cx="662997" cy="21871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E35C1E9-ECA7-3BFB-D427-CA3535A33F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811" y="5688804"/>
            <a:ext cx="3200677" cy="5105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CCBD9D0-E1C7-D8F7-B0F9-CEE0F037417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8923" y="4311087"/>
            <a:ext cx="701101" cy="205757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37EF8D-6A47-655F-1DB2-CA937885CC99}"/>
              </a:ext>
            </a:extLst>
          </p:cNvPr>
          <p:cNvSpPr txBox="1"/>
          <p:nvPr/>
        </p:nvSpPr>
        <p:spPr>
          <a:xfrm>
            <a:off x="1188292" y="6258711"/>
            <a:ext cx="2752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EBED54-0CED-794D-7D38-407281217B6D}"/>
              </a:ext>
            </a:extLst>
          </p:cNvPr>
          <p:cNvSpPr txBox="1"/>
          <p:nvPr/>
        </p:nvSpPr>
        <p:spPr>
          <a:xfrm>
            <a:off x="7048430" y="2133980"/>
            <a:ext cx="2019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(15,) Feature map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4DF946-C644-3708-9B36-5425363E6002}"/>
              </a:ext>
            </a:extLst>
          </p:cNvPr>
          <p:cNvSpPr txBox="1"/>
          <p:nvPr/>
        </p:nvSpPr>
        <p:spPr>
          <a:xfrm>
            <a:off x="8609067" y="3597444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(14,)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40BC18-1BB1-FC32-3B0D-84D71C417B71}"/>
              </a:ext>
            </a:extLst>
          </p:cNvPr>
          <p:cNvSpPr txBox="1"/>
          <p:nvPr/>
        </p:nvSpPr>
        <p:spPr>
          <a:xfrm>
            <a:off x="10430024" y="4531064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(13,)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C761BB-D67F-086E-DD15-4A708A4AC9E8}"/>
              </a:ext>
            </a:extLst>
          </p:cNvPr>
          <p:cNvSpPr txBox="1"/>
          <p:nvPr/>
        </p:nvSpPr>
        <p:spPr>
          <a:xfrm>
            <a:off x="3892388" y="2569908"/>
            <a:ext cx="16489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8) Kernel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EDFC1D-C44E-DC11-B3F7-F9423CB24DB0}"/>
              </a:ext>
            </a:extLst>
          </p:cNvPr>
          <p:cNvSpPr txBox="1"/>
          <p:nvPr/>
        </p:nvSpPr>
        <p:spPr>
          <a:xfrm>
            <a:off x="5064543" y="4105275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(2, 8)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87F687-E062-0084-FA51-8EE58AED48A0}"/>
              </a:ext>
            </a:extLst>
          </p:cNvPr>
          <p:cNvSpPr txBox="1"/>
          <p:nvPr/>
        </p:nvSpPr>
        <p:spPr>
          <a:xfrm>
            <a:off x="6720046" y="5350250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(3, 8)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BB41AF-6203-55D7-31EC-9C8416D58BC9}"/>
              </a:ext>
            </a:extLst>
          </p:cNvPr>
          <p:cNvSpPr txBox="1"/>
          <p:nvPr/>
        </p:nvSpPr>
        <p:spPr>
          <a:xfrm>
            <a:off x="601478" y="3207780"/>
            <a:ext cx="27527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Mutivariates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Timeseries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2135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934302"/>
              </p:ext>
            </p:extLst>
          </p:nvPr>
        </p:nvGraphicFramePr>
        <p:xfrm>
          <a:off x="679452" y="28723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074576"/>
              </p:ext>
            </p:extLst>
          </p:nvPr>
        </p:nvGraphicFramePr>
        <p:xfrm>
          <a:off x="3400425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265175"/>
              </p:ext>
            </p:extLst>
          </p:nvPr>
        </p:nvGraphicFramePr>
        <p:xfrm>
          <a:off x="787400" y="30300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119845"/>
              </p:ext>
            </p:extLst>
          </p:nvPr>
        </p:nvGraphicFramePr>
        <p:xfrm>
          <a:off x="4594680" y="31294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793637"/>
              </p:ext>
            </p:extLst>
          </p:nvPr>
        </p:nvGraphicFramePr>
        <p:xfrm>
          <a:off x="6526443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58321"/>
              </p:ext>
            </p:extLst>
          </p:nvPr>
        </p:nvGraphicFramePr>
        <p:xfrm>
          <a:off x="4759777" y="32615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446835"/>
              </p:ext>
            </p:extLst>
          </p:nvPr>
        </p:nvGraphicFramePr>
        <p:xfrm>
          <a:off x="7807325" y="32658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567997"/>
              </p:ext>
            </p:extLst>
          </p:nvPr>
        </p:nvGraphicFramePr>
        <p:xfrm>
          <a:off x="9266470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3674059"/>
            <a:ext cx="331335" cy="30165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600805"/>
              </p:ext>
            </p:extLst>
          </p:nvPr>
        </p:nvGraphicFramePr>
        <p:xfrm>
          <a:off x="7957460" y="34776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38621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38476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38281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072837" y="5692251"/>
            <a:ext cx="17297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80721"/>
            <a:ext cx="1787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169477" y="5692251"/>
            <a:ext cx="1812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8912452" y="5692251"/>
            <a:ext cx="1812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B0E11-FBD2-9D80-63C2-A09A56587BA2}"/>
              </a:ext>
            </a:extLst>
          </p:cNvPr>
          <p:cNvSpPr txBox="1"/>
          <p:nvPr/>
        </p:nvSpPr>
        <p:spPr>
          <a:xfrm>
            <a:off x="10367287" y="4025255"/>
            <a:ext cx="1396088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3.141595678435…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32" grpId="0"/>
      <p:bldP spid="37" grpId="0"/>
      <p:bldP spid="40" grpId="0"/>
      <p:bldP spid="41" grpId="0"/>
      <p:bldP spid="42" grpId="0"/>
      <p:bldP spid="43" grpId="0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1946068" y="5756371"/>
            <a:ext cx="330439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=4, filter size =(3,3))</a:t>
            </a:r>
            <a:endParaRPr lang="ko-KR" altLang="en-US" sz="14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8" grpId="0"/>
      <p:bldP spid="109" grpId="0"/>
      <p:bldP spid="110" grpId="0"/>
      <p:bldP spid="113" grpId="0"/>
      <p:bldP spid="114" grpId="0"/>
      <p:bldP spid="115" grpId="0"/>
      <p:bldP spid="120" grpId="0" animBg="1"/>
      <p:bldP spid="12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878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03" y="1301316"/>
            <a:ext cx="5316659" cy="47132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1066282" y="6067425"/>
            <a:ext cx="5385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D14C1827-D70D-5414-3EDB-6D6584FA3934}"/>
              </a:ext>
            </a:extLst>
          </p:cNvPr>
          <p:cNvSpPr/>
          <p:nvPr/>
        </p:nvSpPr>
        <p:spPr>
          <a:xfrm>
            <a:off x="7105651" y="4308152"/>
            <a:ext cx="4352406" cy="36512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35145"/>
              <a:gd name="adj6" fmla="val -5702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depth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(convnet layer 1 Map #)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9253A732-B16B-74EF-DC36-BF523D95C5FD}"/>
              </a:ext>
            </a:extLst>
          </p:cNvPr>
          <p:cNvSpPr/>
          <p:nvPr/>
        </p:nvSpPr>
        <p:spPr>
          <a:xfrm>
            <a:off x="7105650" y="2424435"/>
            <a:ext cx="4352407" cy="36512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5145"/>
              <a:gd name="adj6" fmla="val -6250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depth 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(convnet layer 2 map #)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246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650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Function – Non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Trainable Parameters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489105" y="39852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321590" y="2954655"/>
                <a:ext cx="2164080" cy="2346960"/>
              </a:xfrm>
              <a:prstGeom prst="roundRect">
                <a:avLst>
                  <a:gd name="adj" fmla="val 8304"/>
                </a:avLst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90" y="2954655"/>
                <a:ext cx="2164080" cy="2346960"/>
              </a:xfrm>
              <a:prstGeom prst="roundRect">
                <a:avLst>
                  <a:gd name="adj" fmla="val 8304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842030" y="3689062"/>
                <a:ext cx="62484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30" y="3689062"/>
                <a:ext cx="62484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532795" y="3689062"/>
                <a:ext cx="8001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95" y="3689062"/>
                <a:ext cx="8001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2092990" y="5363861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990" y="5363861"/>
                <a:ext cx="2621280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604030" y="39852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598440" y="2954655"/>
                <a:ext cx="2164080" cy="2346960"/>
              </a:xfrm>
              <a:prstGeom prst="roundRect">
                <a:avLst>
                  <a:gd name="adj" fmla="val 7424"/>
                </a:avLst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8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8440" y="2954655"/>
                <a:ext cx="2164080" cy="2346960"/>
              </a:xfrm>
              <a:prstGeom prst="roundRect">
                <a:avLst>
                  <a:gd name="adj" fmla="val 7424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1057818" y="3689062"/>
                <a:ext cx="5905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7818" y="3689062"/>
                <a:ext cx="59055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512715" y="5424652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715" y="5424652"/>
                <a:ext cx="2621280" cy="400110"/>
              </a:xfrm>
              <a:prstGeom prst="rect">
                <a:avLst/>
              </a:prstGeom>
              <a:blipFill>
                <a:blip r:embed="rId8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321590" y="2550928"/>
            <a:ext cx="216408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598441" y="2550928"/>
            <a:ext cx="216408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757710" y="5895529"/>
            <a:ext cx="402717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3C4EE-E121-2714-88F7-0B93DFD8F83A}"/>
              </a:ext>
            </a:extLst>
          </p:cNvPr>
          <p:cNvSpPr txBox="1"/>
          <p:nvPr/>
        </p:nvSpPr>
        <p:spPr>
          <a:xfrm>
            <a:off x="527079" y="1213369"/>
            <a:ext cx="10988645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(Pooling)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레이어는 학습을 통해 업데이트되는 학습 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(Trainable Parameters,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및 편향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전혀 없는 레이어로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Kernel layer(convolution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이후에 차원 축소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등을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적용</a:t>
            </a: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612778" y="1219847"/>
            <a:ext cx="11179171" cy="2136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434" y="3737846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61993" y="6068240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D4B3-E7F7-EE07-41AB-8C7898556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70B52-B595-5697-F4EE-C8596D2B9A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FAD44869-8DFC-8C10-F455-0AAE951FF3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6BC58AF3-E597-C3DA-02C6-FD40F00DFB48}"/>
              </a:ext>
            </a:extLst>
          </p:cNvPr>
          <p:cNvCxnSpPr>
            <a:cxnSpLocks/>
          </p:cNvCxnSpPr>
          <p:nvPr/>
        </p:nvCxnSpPr>
        <p:spPr>
          <a:xfrm>
            <a:off x="1323975" y="3985260"/>
            <a:ext cx="311978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E327174-DD70-F86A-BB61-EBA5DC13CCA8}"/>
              </a:ext>
            </a:extLst>
          </p:cNvPr>
          <p:cNvCxnSpPr>
            <a:cxnSpLocks/>
          </p:cNvCxnSpPr>
          <p:nvPr/>
        </p:nvCxnSpPr>
        <p:spPr>
          <a:xfrm>
            <a:off x="6438900" y="3985260"/>
            <a:ext cx="191011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160A2307-A4C8-B23C-1065-C468C4F02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4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41C7E6C-02F1-6AB7-1081-CC75A6F0C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9749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674A51F-7D72-E97C-26CF-E862A3649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033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2051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542925" y="1248422"/>
            <a:ext cx="11068050" cy="107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불변성 보완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496" y="2209801"/>
            <a:ext cx="6062534" cy="39360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3847496" y="6206740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6" y="4676547"/>
            <a:ext cx="5729850" cy="13849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6" y="1828107"/>
            <a:ext cx="5729850" cy="175432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7BC70C8-4D68-FCCF-001D-C201AA811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458170"/>
              </p:ext>
            </p:extLst>
          </p:nvPr>
        </p:nvGraphicFramePr>
        <p:xfrm>
          <a:off x="6534407" y="1825904"/>
          <a:ext cx="5381625" cy="423564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000704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2073947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2306974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Convnet model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Convnet no pooling model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(13,13)→(11,11)→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(5,5)→(3,3)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(24,24)→(22,22)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빠른 속도 메모리 절약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느린 속도 메모리 소모 큼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 전체 영역 바라봄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 바라봄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안정적으로 인식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뭉개 지면서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샘플링의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570895" y="119127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206132"/>
            <a:ext cx="11182350" cy="1998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Representation)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LeNet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07684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19BE2C7-FE4F-C89B-25E0-9AB2247A8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9754" y="1791561"/>
            <a:ext cx="3539505" cy="47310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F157098-04E9-D2A5-8C95-07C47EDC5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07" y="1791561"/>
            <a:ext cx="7230080" cy="478205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70F452E-128A-47CE-6F89-B0D9F64D22AD}"/>
              </a:ext>
            </a:extLst>
          </p:cNvPr>
          <p:cNvSpPr txBox="1"/>
          <p:nvPr/>
        </p:nvSpPr>
        <p:spPr>
          <a:xfrm>
            <a:off x="1341058" y="1887527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LeNet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7320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962328" y="2174222"/>
            <a:ext cx="10382250" cy="40934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8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전 처리된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218595"/>
            <a:ext cx="6191250" cy="427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252" y="2212249"/>
            <a:ext cx="10470273" cy="3770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9725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11365</TotalTime>
  <Words>5937</Words>
  <Application>Microsoft Office PowerPoint</Application>
  <PresentationFormat>와이드스크린</PresentationFormat>
  <Paragraphs>725</Paragraphs>
  <Slides>83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83</vt:i4>
      </vt:variant>
    </vt:vector>
  </HeadingPairs>
  <TitlesOfParts>
    <vt:vector size="93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LeNet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198</cp:revision>
  <dcterms:created xsi:type="dcterms:W3CDTF">2026-04-06T01:00:39Z</dcterms:created>
  <dcterms:modified xsi:type="dcterms:W3CDTF">2026-09-17T14:02:03Z</dcterms:modified>
  <cp:version/>
</cp:coreProperties>
</file>