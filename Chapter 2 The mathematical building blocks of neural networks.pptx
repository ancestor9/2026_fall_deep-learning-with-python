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1135" r:id="rId3"/>
    <p:sldId id="1144" r:id="rId4"/>
    <p:sldId id="1146" r:id="rId5"/>
    <p:sldId id="1147" r:id="rId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44"/>
            <p14:sldId id="1146"/>
            <p14:sldId id="114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6869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2026-07-02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2026-07-02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2026-07-02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 fontScale="90000"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2 </a:t>
            </a:r>
            <a:br>
              <a:rPr lang="en-US" altLang="ko-KR" sz="4400" dirty="0">
                <a:solidFill>
                  <a:schemeClr val="bg1"/>
                </a:solidFill>
              </a:rPr>
            </a:b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000" dirty="0">
                <a:solidFill>
                  <a:schemeClr val="bg1"/>
                </a:solidFill>
              </a:rPr>
              <a:t>The mathematical building blocks of neural networks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577530" y="1248422"/>
            <a:ext cx="11233469" cy="29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High-level definitions of fundamental concepts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A soft introduction to the principles behind machine learning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Deep learning’s rising popularity and future potential</a:t>
            </a: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BC892-601E-1AA8-C846-9F4AAFE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 first look at a neural network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ED817DB-A798-0F4A-C19F-93C22A2D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200275"/>
            <a:ext cx="90487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D5B9D5-C203-7E49-0F82-AAB1FC1CC3D5}"/>
              </a:ext>
            </a:extLst>
          </p:cNvPr>
          <p:cNvSpPr txBox="1"/>
          <p:nvPr/>
        </p:nvSpPr>
        <p:spPr>
          <a:xfrm>
            <a:off x="666750" y="42012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MNIST sample digits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568E-BB0A-E6FA-390F-63519107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667B48-5B62-68A0-1660-CFDEA541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DA588E4-0C77-11C8-5DC4-F3AE9EF788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 geometric interpretation of deep learning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A6A21AA-3C7B-7BBE-2090-DA22F965E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2171700"/>
            <a:ext cx="88582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D001D8-9362-68FC-DE19-9DBC61DF92D4}"/>
              </a:ext>
            </a:extLst>
          </p:cNvPr>
          <p:cNvSpPr txBox="1"/>
          <p:nvPr/>
        </p:nvSpPr>
        <p:spPr>
          <a:xfrm>
            <a:off x="1666875" y="480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Uncrumpling a complicated manifold of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83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C73B-DA8F-7135-751E-12C7FA33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0BDC9-6B93-B4D5-318A-B7AD7512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79BEF9F-C89A-FF1C-CDCF-39304765EC9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engine of neural networks: Gradient-based optimization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85F34-4C13-D248-BB7F-41FBD84F56FD}"/>
              </a:ext>
            </a:extLst>
          </p:cNvPr>
          <p:cNvSpPr txBox="1"/>
          <p:nvPr/>
        </p:nvSpPr>
        <p:spPr>
          <a:xfrm>
            <a:off x="619125" y="1577459"/>
            <a:ext cx="6096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 </a:t>
            </a:r>
            <a:r>
              <a:rPr lang="en-US" altLang="ko-KR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matmul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W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3A682-0FDA-F164-4082-489945B8E719}"/>
              </a:ext>
            </a:extLst>
          </p:cNvPr>
          <p:cNvSpPr txBox="1"/>
          <p:nvPr/>
        </p:nvSpPr>
        <p:spPr>
          <a:xfrm>
            <a:off x="619125" y="2280761"/>
            <a:ext cx="11106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and </a:t>
            </a:r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are tensors that are attributes of the layer. They’re called the </a:t>
            </a:r>
            <a:r>
              <a:rPr lang="en-US" altLang="ko-KR" b="0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weights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or </a:t>
            </a:r>
            <a:r>
              <a:rPr lang="en-US" altLang="ko-KR" b="0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trainable parameters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of the layer (the </a:t>
            </a:r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and </a:t>
            </a:r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attributes, respectively). These weights contain the information learned by the model from exposure to training data.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4903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8169</TotalTime>
  <Words>133</Words>
  <Application>Microsoft Office PowerPoint</Application>
  <PresentationFormat>와이드스크린</PresentationFormat>
  <Paragraphs>20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Chapter 2   The mathematical building blocks of neural networks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137</cp:revision>
  <dcterms:created xsi:type="dcterms:W3CDTF">2026-04-06T01:00:39Z</dcterms:created>
  <dcterms:modified xsi:type="dcterms:W3CDTF">2026-07-02T04:35:54Z</dcterms:modified>
  <cp:version/>
</cp:coreProperties>
</file>