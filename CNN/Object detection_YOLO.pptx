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0" r:id="rId8"/>
    <p:sldId id="1127" r:id="rId9"/>
    <p:sldId id="1121" r:id="rId10"/>
    <p:sldId id="1132" r:id="rId11"/>
    <p:sldId id="1122" r:id="rId12"/>
    <p:sldId id="1123" r:id="rId1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0"/>
            <p14:sldId id="1127"/>
            <p14:sldId id="1121"/>
            <p14:sldId id="1132"/>
            <p14:sldId id="1122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9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</a:t>
                </a:r>
                <a:r>
                  <a:rPr lang="ko-KR" altLang="en-US" dirty="0"/>
                  <a:t>0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72187"/>
              </p:ext>
            </p:extLst>
          </p:nvPr>
        </p:nvGraphicFramePr>
        <p:xfrm>
          <a:off x="596264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8079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96264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915411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3600702-A36E-F647-445A-BA5D36195825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D4E106D7-CB6D-07E9-9F90-D88318127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6202</TotalTime>
  <Words>659</Words>
  <Application>Microsoft Office PowerPoint</Application>
  <PresentationFormat>와이드스크린</PresentationFormat>
  <Paragraphs>97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121</cp:revision>
  <dcterms:created xsi:type="dcterms:W3CDTF">2026-04-06T01:00:39Z</dcterms:created>
  <dcterms:modified xsi:type="dcterms:W3CDTF">2026-06-26T03:19:45Z</dcterms:modified>
  <cp:version/>
</cp:coreProperties>
</file>