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9" r:id="rId8"/>
    <p:sldId id="1130" r:id="rId9"/>
    <p:sldId id="1127" r:id="rId10"/>
    <p:sldId id="1121" r:id="rId11"/>
    <p:sldId id="1133" r:id="rId12"/>
    <p:sldId id="1135" r:id="rId13"/>
    <p:sldId id="1136" r:id="rId14"/>
    <p:sldId id="1132" r:id="rId15"/>
    <p:sldId id="1122" r:id="rId16"/>
    <p:sldId id="1137" r:id="rId17"/>
    <p:sldId id="1138" r:id="rId18"/>
    <p:sldId id="1123" r:id="rId1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9"/>
            <p14:sldId id="113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681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D9F3631-9490-A675-864C-33CEA1F143A9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5DEAD37-CB18-E69A-24A6-CAD4CBE65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436136"/>
              </p:ext>
            </p:extLst>
          </p:nvPr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4E218BB-5B43-136C-C46E-06F7CC275FF8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48EDE1C5-CEFC-1658-7E5F-7FEF49E7C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FE7C3A32-47C6-96EA-D059-FE24F727CDCB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F596DFF-0164-42DC-220E-AAB9EB436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64144"/>
              </p:ext>
            </p:extLst>
          </p:nvPr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853C999D-303D-FCA5-93A8-2A6A2289B3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FAF47D6F-2F45-F6E7-F7A6-8E9D078D422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CFE11D-65D8-184D-264F-F9BF72C2754B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325E59-1279-0762-4595-DB5CED3F8FA8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9755</TotalTime>
  <Words>1523</Words>
  <Application>Microsoft Office PowerPoint</Application>
  <PresentationFormat>와이드스크린</PresentationFormat>
  <Paragraphs>279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133</cp:revision>
  <dcterms:created xsi:type="dcterms:W3CDTF">2026-04-06T01:00:39Z</dcterms:created>
  <dcterms:modified xsi:type="dcterms:W3CDTF">2026-06-28T14:49:44Z</dcterms:modified>
  <cp:version/>
</cp:coreProperties>
</file>