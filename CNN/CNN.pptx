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256" r:id="rId2"/>
    <p:sldId id="1128" r:id="rId3"/>
    <p:sldId id="1133" r:id="rId4"/>
    <p:sldId id="1129" r:id="rId5"/>
    <p:sldId id="1130" r:id="rId6"/>
    <p:sldId id="1132" r:id="rId7"/>
    <p:sldId id="1131" r:id="rId8"/>
    <p:sldId id="978" r:id="rId9"/>
    <p:sldId id="1117" r:id="rId10"/>
    <p:sldId id="1114" r:id="rId11"/>
    <p:sldId id="1112" r:id="rId12"/>
    <p:sldId id="1105" r:id="rId13"/>
    <p:sldId id="1095" r:id="rId14"/>
    <p:sldId id="1096" r:id="rId15"/>
    <p:sldId id="1097" r:id="rId16"/>
    <p:sldId id="1103" r:id="rId17"/>
    <p:sldId id="1107" r:id="rId18"/>
    <p:sldId id="1115" r:id="rId19"/>
    <p:sldId id="1098" r:id="rId20"/>
    <p:sldId id="1099" r:id="rId21"/>
    <p:sldId id="1100" r:id="rId22"/>
    <p:sldId id="1101" r:id="rId23"/>
    <p:sldId id="1127" r:id="rId24"/>
    <p:sldId id="1106" r:id="rId25"/>
    <p:sldId id="1116" r:id="rId26"/>
    <p:sldId id="1102" r:id="rId27"/>
    <p:sldId id="1104" r:id="rId28"/>
    <p:sldId id="1124" r:id="rId29"/>
    <p:sldId id="1125" r:id="rId30"/>
    <p:sldId id="1126" r:id="rId31"/>
    <p:sldId id="1111" r:id="rId32"/>
    <p:sldId id="1113" r:id="rId33"/>
    <p:sldId id="1109" r:id="rId34"/>
    <p:sldId id="1110" r:id="rId35"/>
    <p:sldId id="1118" r:id="rId36"/>
    <p:sldId id="1119" r:id="rId37"/>
    <p:sldId id="1120" r:id="rId38"/>
    <p:sldId id="1121" r:id="rId39"/>
    <p:sldId id="1122" r:id="rId40"/>
    <p:sldId id="1123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28"/>
            <p14:sldId id="1133"/>
            <p14:sldId id="1129"/>
            <p14:sldId id="1130"/>
            <p14:sldId id="1132"/>
            <p14:sldId id="1131"/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18"/>
            <p14:sldId id="1119"/>
            <p14:sldId id="1120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35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3.png"/><Relationship Id="rId7" Type="http://schemas.openxmlformats.org/officeDocument/2006/relationships/image" Target="../media/image1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5BF02-C190-10E8-815C-000469F8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D914B7-4A65-B108-F60D-95D5329BE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088DC1-60C5-224A-7C6C-E0C3BCE108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59D9AB-143A-889B-F6B8-6DBEE11C7A0B}"/>
              </a:ext>
            </a:extLst>
          </p:cNvPr>
          <p:cNvSpPr txBox="1"/>
          <p:nvPr/>
        </p:nvSpPr>
        <p:spPr>
          <a:xfrm>
            <a:off x="1009084" y="1742121"/>
            <a:ext cx="9411266" cy="324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maps, d</a:t>
            </a:r>
            <a:r>
              <a:rPr lang="en-US" altLang="ko-KR" sz="2800" dirty="0"/>
              <a:t>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Flatten</a:t>
            </a:r>
            <a:endParaRPr lang="ko-KR" altLang="en-US" sz="28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F9A5027-C42E-7319-0AC9-BDE984459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AFD1E9F0-341B-6DCC-1492-1F64379FC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50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06A815-92ED-5E55-79BC-D249D79B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845005"/>
              </p:ext>
            </p:extLst>
          </p:nvPr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098827"/>
              </p:ext>
            </p:extLst>
          </p:nvPr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430616"/>
              </p:ext>
            </p:extLst>
          </p:nvPr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08684"/>
              </p:ext>
            </p:extLst>
          </p:nvPr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728948"/>
              </p:ext>
            </p:extLst>
          </p:nvPr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281778"/>
              </p:ext>
            </p:extLst>
          </p:nvPr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429883"/>
              </p:ext>
            </p:extLst>
          </p:nvPr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412593"/>
              </p:ext>
            </p:extLst>
          </p:nvPr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246343"/>
              </p:ext>
            </p:extLst>
          </p:nvPr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83080"/>
              </p:ext>
            </p:extLst>
          </p:nvPr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742387"/>
              </p:ext>
            </p:extLst>
          </p:nvPr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995466"/>
              </p:ext>
            </p:extLst>
          </p:nvPr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659979"/>
              </p:ext>
            </p:extLst>
          </p:nvPr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086331"/>
              </p:ext>
            </p:extLst>
          </p:nvPr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112837"/>
              </p:ext>
            </p:extLst>
          </p:nvPr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748694"/>
              </p:ext>
            </p:extLst>
          </p:nvPr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45527"/>
              </p:ext>
            </p:extLst>
          </p:nvPr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109341"/>
              </p:ext>
            </p:extLst>
          </p:nvPr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201731"/>
              </p:ext>
            </p:extLst>
          </p:nvPr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799133"/>
              </p:ext>
            </p:extLst>
          </p:nvPr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927757"/>
              </p:ext>
            </p:extLst>
          </p:nvPr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51983"/>
              </p:ext>
            </p:extLst>
          </p:nvPr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037547"/>
              </p:ext>
            </p:extLst>
          </p:nvPr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804512"/>
              </p:ext>
            </p:extLst>
          </p:nvPr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637404"/>
              </p:ext>
            </p:extLst>
          </p:nvPr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552"/>
              </p:ext>
            </p:extLst>
          </p:nvPr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169267"/>
              </p:ext>
            </p:extLst>
          </p:nvPr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10592"/>
              </p:ext>
            </p:extLst>
          </p:nvPr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049872"/>
              </p:ext>
            </p:extLst>
          </p:nvPr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5473</TotalTime>
  <Words>2153</Words>
  <Application>Microsoft Office PowerPoint</Application>
  <PresentationFormat>와이드스크린</PresentationFormat>
  <Paragraphs>309</Paragraphs>
  <Slides>40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114</cp:revision>
  <dcterms:created xsi:type="dcterms:W3CDTF">2026-04-06T01:00:39Z</dcterms:created>
  <dcterms:modified xsi:type="dcterms:W3CDTF">2026-06-25T05:22:15Z</dcterms:modified>
  <cp:version/>
</cp:coreProperties>
</file>