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handoutMasterIdLst>
    <p:handoutMasterId r:id="rId33"/>
  </p:handoutMasterIdLst>
  <p:sldIdLst>
    <p:sldId id="256" r:id="rId2"/>
    <p:sldId id="978" r:id="rId3"/>
    <p:sldId id="1117" r:id="rId4"/>
    <p:sldId id="1114" r:id="rId5"/>
    <p:sldId id="1112" r:id="rId6"/>
    <p:sldId id="1105" r:id="rId7"/>
    <p:sldId id="1095" r:id="rId8"/>
    <p:sldId id="1096" r:id="rId9"/>
    <p:sldId id="1097" r:id="rId10"/>
    <p:sldId id="1103" r:id="rId11"/>
    <p:sldId id="1107" r:id="rId12"/>
    <p:sldId id="1115" r:id="rId13"/>
    <p:sldId id="1098" r:id="rId14"/>
    <p:sldId id="1099" r:id="rId15"/>
    <p:sldId id="1100" r:id="rId16"/>
    <p:sldId id="1101" r:id="rId17"/>
    <p:sldId id="1116" r:id="rId18"/>
    <p:sldId id="1102" r:id="rId19"/>
    <p:sldId id="1104" r:id="rId20"/>
    <p:sldId id="1106" r:id="rId21"/>
    <p:sldId id="1111" r:id="rId22"/>
    <p:sldId id="1113" r:id="rId23"/>
    <p:sldId id="1109" r:id="rId24"/>
    <p:sldId id="1110" r:id="rId25"/>
    <p:sldId id="1118" r:id="rId26"/>
    <p:sldId id="1119" r:id="rId27"/>
    <p:sldId id="1120" r:id="rId28"/>
    <p:sldId id="1121" r:id="rId29"/>
    <p:sldId id="1122" r:id="rId30"/>
    <p:sldId id="1123" r:id="rId3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978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16"/>
            <p14:sldId id="1102"/>
            <p14:sldId id="1104"/>
            <p14:sldId id="1106"/>
            <p14:sldId id="1111"/>
            <p14:sldId id="1113"/>
            <p14:sldId id="1109"/>
            <p14:sldId id="1110"/>
            <p14:sldId id="1118"/>
            <p14:sldId id="1119"/>
            <p14:sldId id="1120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919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2026-06-16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2026-06-16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2026-06-16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eeplearningwithpython.io/chapters/chapter08_image-classification/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gi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61AD-D5DA-FAA8-E02A-C80D22969EBB}"/>
              </a:ext>
            </a:extLst>
          </p:cNvPr>
          <p:cNvSpPr txBox="1"/>
          <p:nvPr/>
        </p:nvSpPr>
        <p:spPr>
          <a:xfrm>
            <a:off x="514350" y="1313937"/>
            <a:ext cx="1064514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적은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이미지의 공간적 특징과 위치 변화까지 완벽하게 잡아내기 때문에 이미지 처리의 표준 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chapter08_image-classification/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1F312E-35D3-4EA8-5B39-7D3B0C79D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992" y="2396485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898584-3848-4BB8-F2D9-0A00E8791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688" y="2612298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3" y="2612298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1543050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11B06-493F-BCD7-F77B-C778CE2E4912}"/>
              </a:ext>
            </a:extLst>
          </p:cNvPr>
          <p:cNvSpPr txBox="1"/>
          <p:nvPr/>
        </p:nvSpPr>
        <p:spPr>
          <a:xfrm>
            <a:off x="6231792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641FE6-D0E5-C619-5DA7-ADF18731FA6E}"/>
              </a:ext>
            </a:extLst>
          </p:cNvPr>
          <p:cNvSpPr txBox="1"/>
          <p:nvPr/>
        </p:nvSpPr>
        <p:spPr>
          <a:xfrm>
            <a:off x="6231792" y="5808669"/>
            <a:ext cx="345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동일한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합산하는 과정</a:t>
            </a:r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D52EBEF-3037-B220-A219-86EC8F913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810" y="1614901"/>
            <a:ext cx="7381033" cy="51764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4F8B3E9-6656-B670-1C20-E0BB382F03E3}"/>
              </a:ext>
            </a:extLst>
          </p:cNvPr>
          <p:cNvSpPr/>
          <p:nvPr/>
        </p:nvSpPr>
        <p:spPr>
          <a:xfrm>
            <a:off x="2590800" y="274320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5F4673-6C3E-AB96-AF7E-7BDC08C3916F}"/>
              </a:ext>
            </a:extLst>
          </p:cNvPr>
          <p:cNvSpPr/>
          <p:nvPr/>
        </p:nvSpPr>
        <p:spPr>
          <a:xfrm>
            <a:off x="2590800" y="359092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43411CE-70CE-5FE8-9A72-A9936CDF532D}"/>
              </a:ext>
            </a:extLst>
          </p:cNvPr>
          <p:cNvSpPr/>
          <p:nvPr/>
        </p:nvSpPr>
        <p:spPr>
          <a:xfrm>
            <a:off x="2590800" y="470535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99" y="1662889"/>
            <a:ext cx="9536749" cy="446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5262</TotalTime>
  <Words>1351</Words>
  <Application>Microsoft Office PowerPoint</Application>
  <PresentationFormat>와이드스크린</PresentationFormat>
  <Paragraphs>227</Paragraphs>
  <Slides>30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8" baseType="lpstr">
      <vt:lpstr>D2Coding</vt:lpstr>
      <vt:lpstr>맑은 고딕</vt:lpstr>
      <vt:lpstr>맑은 고딕 Semilight</vt:lpstr>
      <vt:lpstr>Batang</vt:lpstr>
      <vt:lpstr>Arial</vt:lpstr>
      <vt:lpstr>Cambria Math</vt:lpstr>
      <vt:lpstr>Wingdings</vt:lpstr>
      <vt:lpstr>WelcomeDoc</vt:lpstr>
      <vt:lpstr>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106</cp:revision>
  <dcterms:created xsi:type="dcterms:W3CDTF">2026-04-06T01:00:39Z</dcterms:created>
  <dcterms:modified xsi:type="dcterms:W3CDTF">2026-06-16T02:16:45Z</dcterms:modified>
  <cp:version/>
</cp:coreProperties>
</file>