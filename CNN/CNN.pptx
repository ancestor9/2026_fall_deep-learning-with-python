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256" r:id="rId2"/>
    <p:sldId id="978" r:id="rId3"/>
    <p:sldId id="1117" r:id="rId4"/>
    <p:sldId id="1114" r:id="rId5"/>
    <p:sldId id="1112" r:id="rId6"/>
    <p:sldId id="1105" r:id="rId7"/>
    <p:sldId id="1095" r:id="rId8"/>
    <p:sldId id="1096" r:id="rId9"/>
    <p:sldId id="1097" r:id="rId10"/>
    <p:sldId id="1103" r:id="rId11"/>
    <p:sldId id="1107" r:id="rId12"/>
    <p:sldId id="1115" r:id="rId13"/>
    <p:sldId id="1098" r:id="rId14"/>
    <p:sldId id="1099" r:id="rId15"/>
    <p:sldId id="1100" r:id="rId16"/>
    <p:sldId id="1101" r:id="rId17"/>
    <p:sldId id="1127" r:id="rId18"/>
    <p:sldId id="1106" r:id="rId19"/>
    <p:sldId id="1116" r:id="rId20"/>
    <p:sldId id="1102" r:id="rId21"/>
    <p:sldId id="1104" r:id="rId22"/>
    <p:sldId id="1124" r:id="rId23"/>
    <p:sldId id="1125" r:id="rId24"/>
    <p:sldId id="1126" r:id="rId25"/>
    <p:sldId id="1111" r:id="rId26"/>
    <p:sldId id="1113" r:id="rId27"/>
    <p:sldId id="1109" r:id="rId28"/>
    <p:sldId id="1110" r:id="rId29"/>
    <p:sldId id="1118" r:id="rId30"/>
    <p:sldId id="1119" r:id="rId31"/>
    <p:sldId id="1120" r:id="rId32"/>
    <p:sldId id="1121" r:id="rId33"/>
    <p:sldId id="1122" r:id="rId34"/>
    <p:sldId id="1123" r:id="rId3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18"/>
            <p14:sldId id="1119"/>
            <p14:sldId id="1120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416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41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gi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gif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jpe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99" y="1662889"/>
            <a:ext cx="9536749" cy="446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5307</TotalTime>
  <Words>1765</Words>
  <Application>Microsoft Office PowerPoint</Application>
  <PresentationFormat>와이드스크린</PresentationFormat>
  <Paragraphs>260</Paragraphs>
  <Slides>34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2" baseType="lpstr">
      <vt:lpstr>D2Coding</vt:lpstr>
      <vt:lpstr>맑은 고딕</vt:lpstr>
      <vt:lpstr>맑은 고딕 Semilight</vt:lpstr>
      <vt:lpstr>바탕</vt:lpstr>
      <vt:lpstr>Arial</vt:lpstr>
      <vt:lpstr>Cambria Math</vt:lpstr>
      <vt:lpstr>Wingdings</vt:lpstr>
      <vt:lpstr>WelcomeDoc</vt:lpstr>
      <vt:lpstr>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108</cp:revision>
  <dcterms:created xsi:type="dcterms:W3CDTF">2026-04-06T01:00:39Z</dcterms:created>
  <dcterms:modified xsi:type="dcterms:W3CDTF">2026-06-22T23:44:40Z</dcterms:modified>
  <cp:version/>
</cp:coreProperties>
</file>