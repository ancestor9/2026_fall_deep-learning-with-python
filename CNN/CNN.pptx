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5"/>
  </p:notesMasterIdLst>
  <p:handoutMasterIdLst>
    <p:handoutMasterId r:id="rId36"/>
  </p:handoutMasterIdLst>
  <p:sldIdLst>
    <p:sldId id="256" r:id="rId2"/>
    <p:sldId id="978" r:id="rId3"/>
    <p:sldId id="1117" r:id="rId4"/>
    <p:sldId id="1114" r:id="rId5"/>
    <p:sldId id="1112" r:id="rId6"/>
    <p:sldId id="1105" r:id="rId7"/>
    <p:sldId id="1095" r:id="rId8"/>
    <p:sldId id="1096" r:id="rId9"/>
    <p:sldId id="1097" r:id="rId10"/>
    <p:sldId id="1103" r:id="rId11"/>
    <p:sldId id="1107" r:id="rId12"/>
    <p:sldId id="1115" r:id="rId13"/>
    <p:sldId id="1098" r:id="rId14"/>
    <p:sldId id="1099" r:id="rId15"/>
    <p:sldId id="1100" r:id="rId16"/>
    <p:sldId id="1101" r:id="rId17"/>
    <p:sldId id="1116" r:id="rId18"/>
    <p:sldId id="1102" r:id="rId19"/>
    <p:sldId id="1104" r:id="rId20"/>
    <p:sldId id="1106" r:id="rId21"/>
    <p:sldId id="1124" r:id="rId22"/>
    <p:sldId id="1125" r:id="rId23"/>
    <p:sldId id="1126" r:id="rId24"/>
    <p:sldId id="1111" r:id="rId25"/>
    <p:sldId id="1113" r:id="rId26"/>
    <p:sldId id="1109" r:id="rId27"/>
    <p:sldId id="1110" r:id="rId28"/>
    <p:sldId id="1118" r:id="rId29"/>
    <p:sldId id="1119" r:id="rId30"/>
    <p:sldId id="1120" r:id="rId31"/>
    <p:sldId id="1121" r:id="rId32"/>
    <p:sldId id="1122" r:id="rId33"/>
    <p:sldId id="1123" r:id="rId3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978"/>
            <p14:sldId id="1117"/>
            <p14:sldId id="1114"/>
            <p14:sldId id="1112"/>
            <p14:sldId id="1105"/>
            <p14:sldId id="1095"/>
            <p14:sldId id="1096"/>
            <p14:sldId id="1097"/>
            <p14:sldId id="1103"/>
            <p14:sldId id="1107"/>
            <p14:sldId id="1115"/>
            <p14:sldId id="1098"/>
            <p14:sldId id="1099"/>
            <p14:sldId id="1100"/>
            <p14:sldId id="1101"/>
            <p14:sldId id="1116"/>
            <p14:sldId id="1102"/>
            <p14:sldId id="1104"/>
            <p14:sldId id="1106"/>
            <p14:sldId id="1124"/>
            <p14:sldId id="1125"/>
            <p14:sldId id="1126"/>
            <p14:sldId id="1111"/>
            <p14:sldId id="1113"/>
            <p14:sldId id="1109"/>
            <p14:sldId id="1110"/>
            <p14:sldId id="1118"/>
            <p14:sldId id="1119"/>
            <p14:sldId id="1120"/>
            <p14:sldId id="1121"/>
            <p14:sldId id="1122"/>
            <p14:sldId id="112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6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502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2026-06-23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2026-06-23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6/23/2026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2026-06-23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deeplearningwithpython.io/chapters/chapter08_image-classification/" TargetMode="Externa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jpe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gif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gif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gif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CNN(convolutional neural networks, </a:t>
            </a:r>
            <a:r>
              <a:rPr lang="en-US" altLang="ko-KR" sz="2400" dirty="0" err="1">
                <a:solidFill>
                  <a:schemeClr val="bg1"/>
                </a:solidFill>
              </a:rPr>
              <a:t>ConvNets</a:t>
            </a:r>
            <a:r>
              <a:rPr lang="en-US" altLang="ko-KR" sz="2400" dirty="0">
                <a:solidFill>
                  <a:schemeClr val="bg1"/>
                </a:solidFill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61AD-D5DA-FAA8-E02A-C80D22969EBB}"/>
              </a:ext>
            </a:extLst>
          </p:cNvPr>
          <p:cNvSpPr txBox="1"/>
          <p:nvPr/>
        </p:nvSpPr>
        <p:spPr>
          <a:xfrm>
            <a:off x="514350" y="1313937"/>
            <a:ext cx="1064514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적은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이미지의 공간적 특징과 위치 변화까지 완벽하게 잡아내기 때문에 이미지 처리의 표준 딥러닝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chapter08_image-classification/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31F312E-35D3-4EA8-5B39-7D3B0C79D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9992" y="2396485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2752-05C8-CFB6-7DA8-10DA216A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7FD711-C4A0-2FFF-5BAD-5DDBCF62E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3069900-B671-31CB-2055-58036E2FAD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DE70F3A-EF60-8C27-5AD3-658BC4D73F72}"/>
              </a:ext>
            </a:extLst>
          </p:cNvPr>
          <p:cNvCxnSpPr>
            <a:cxnSpLocks/>
          </p:cNvCxnSpPr>
          <p:nvPr/>
        </p:nvCxnSpPr>
        <p:spPr>
          <a:xfrm>
            <a:off x="3931920" y="35661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AB64D2BE-9A99-7FA2-BD98-E1AAD636CEA7}"/>
                  </a:ext>
                </a:extLst>
              </p:cNvPr>
              <p:cNvSpPr/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84A13EFE-75A4-70B3-FB3E-3213E1950D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02658E-678D-1E26-1987-C0A4F99F0298}"/>
                  </a:ext>
                </a:extLst>
              </p:cNvPr>
              <p:cNvSpPr txBox="1"/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91A3D2-A038-3704-6B65-BD466125A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4D6254E-7548-BCD1-42FE-86ED49399E41}"/>
                  </a:ext>
                </a:extLst>
              </p:cNvPr>
              <p:cNvSpPr txBox="1"/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814628-F7B1-D9D9-5860-C53F7BBA9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/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E44194DC-9B37-BB09-2E85-45EC4B9D0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956" y="2954283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FD381C7F-2BC8-D416-4D7E-EAE46E048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biLevel thresh="5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280" y="2799056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4066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065971-C93D-74C9-AD10-786402B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238250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19450" y="2480571"/>
            <a:ext cx="1525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wiki/Convolution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68838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409824"/>
            <a:ext cx="9373066" cy="337031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FA10B-6ACA-8BA7-599B-B4B6398DB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019424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019424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3833813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483298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52450" y="1489473"/>
            <a:ext cx="9857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입력 </a:t>
            </a:r>
            <a:r>
              <a:rPr lang="en-US" altLang="ko-KR" dirty="0"/>
              <a:t>Feature Matrix</a:t>
            </a:r>
            <a:r>
              <a:rPr lang="ko-KR" altLang="en-US" dirty="0"/>
              <a:t>는 </a:t>
            </a:r>
            <a:r>
              <a:rPr lang="en-US" altLang="ko-KR" dirty="0"/>
              <a:t>Kernel Matrix(3,3)</a:t>
            </a:r>
            <a:r>
              <a:rPr lang="ko-KR" altLang="en-US" dirty="0"/>
              <a:t>와 </a:t>
            </a:r>
            <a:r>
              <a:rPr lang="ko-KR" altLang="en-US" dirty="0" err="1"/>
              <a:t>합성곱으로</a:t>
            </a:r>
            <a:r>
              <a:rPr lang="ko-KR" altLang="en-US" dirty="0"/>
              <a:t> 출력</a:t>
            </a:r>
            <a:r>
              <a:rPr lang="en-US" altLang="ko-KR" dirty="0"/>
              <a:t> Feature Matrix</a:t>
            </a:r>
            <a:r>
              <a:rPr lang="ko-KR" altLang="en-US" dirty="0"/>
              <a:t>로 </a:t>
            </a:r>
            <a:r>
              <a:rPr lang="en-US" altLang="ko-KR" dirty="0"/>
              <a:t>Representation </a:t>
            </a:r>
            <a:r>
              <a:rPr lang="ko-KR" altLang="en-US" dirty="0"/>
              <a:t>됨</a:t>
            </a:r>
          </a:p>
        </p:txBody>
      </p:sp>
    </p:spTree>
    <p:extLst>
      <p:ext uri="{BB962C8B-B14F-4D97-AF65-F5344CB8AC3E}">
        <p14:creationId xmlns:p14="http://schemas.microsoft.com/office/powerpoint/2010/main" val="1339538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153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9379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6A3EA8-D156-E569-5624-904753BE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3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3982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481947"/>
              </p:ext>
            </p:extLst>
          </p:nvPr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725685"/>
              </p:ext>
            </p:extLst>
          </p:nvPr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741551"/>
              </p:ext>
            </p:extLst>
          </p:nvPr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9D6E01-CC06-45F3-0DF9-854F5E91B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13122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33317-6503-12B5-BE98-B0C3875E3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6122298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71F83A-28A0-E9E7-0E51-65E2E9D50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2107473"/>
            <a:ext cx="6613064" cy="337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7AF5A7-36C6-3EF5-98CD-A8E7152EF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486036-67A2-7FAF-876B-EF23FFD76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270069-61B1-19EE-E56A-685854865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0CF469-4F35-2832-B86C-98FE6895C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501DF0-79A4-9D88-88E3-47B8FAEBD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7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1212407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837D5-6DB6-2250-2EDB-ED1007490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F958-3BDA-3FFE-E645-A982A1A2D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E2E4A-EB0F-287F-A2DD-C220B5D09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36AEFD-BF3F-3296-F968-799CD7094D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57CDBD-A4CC-708E-95A2-6AF7C059CAD2}"/>
              </a:ext>
            </a:extLst>
          </p:cNvPr>
          <p:cNvSpPr txBox="1"/>
          <p:nvPr/>
        </p:nvSpPr>
        <p:spPr>
          <a:xfrm>
            <a:off x="4337121" y="4885168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BC056-D535-E1B9-5DB5-A3663C96A3B1}"/>
              </a:ext>
            </a:extLst>
          </p:cNvPr>
          <p:cNvSpPr txBox="1"/>
          <p:nvPr/>
        </p:nvSpPr>
        <p:spPr>
          <a:xfrm>
            <a:off x="7601303" y="4885168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61C66-55C9-9061-F2C8-E1DA8675E487}"/>
              </a:ext>
            </a:extLst>
          </p:cNvPr>
          <p:cNvSpPr txBox="1"/>
          <p:nvPr/>
        </p:nvSpPr>
        <p:spPr>
          <a:xfrm>
            <a:off x="8270110" y="534656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ED690-2B9B-0FA3-3AA1-F2D5557BEF1A}"/>
              </a:ext>
            </a:extLst>
          </p:cNvPr>
          <p:cNvSpPr txBox="1"/>
          <p:nvPr/>
        </p:nvSpPr>
        <p:spPr>
          <a:xfrm>
            <a:off x="9073810" y="5776484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43C8BC-5C24-0E67-DE73-D8F0DC055C0D}"/>
              </a:ext>
            </a:extLst>
          </p:cNvPr>
          <p:cNvSpPr txBox="1"/>
          <p:nvPr/>
        </p:nvSpPr>
        <p:spPr>
          <a:xfrm>
            <a:off x="615386" y="488516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Picture 2" descr="convnet">
            <a:extLst>
              <a:ext uri="{FF2B5EF4-FFF2-40B4-BE49-F238E27FC236}">
                <a16:creationId xmlns:a16="http://schemas.microsoft.com/office/drawing/2014/main" id="{9327724F-44BE-6FEA-79F4-0ED7F6EE49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2136332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D52EBEF-3037-B220-A219-86EC8F913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810" y="1614901"/>
            <a:ext cx="7381033" cy="51764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ACD61-9235-DD25-2152-1FB6B03C2AE5}"/>
              </a:ext>
            </a:extLst>
          </p:cNvPr>
          <p:cNvSpPr txBox="1"/>
          <p:nvPr/>
        </p:nvSpPr>
        <p:spPr>
          <a:xfrm>
            <a:off x="475645" y="1220734"/>
            <a:ext cx="11022228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학습하여 추정할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단순 계산식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제외한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Layer(CNN,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해당되는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4F8B3E9-6656-B670-1C20-E0BB382F03E3}"/>
              </a:ext>
            </a:extLst>
          </p:cNvPr>
          <p:cNvSpPr/>
          <p:nvPr/>
        </p:nvSpPr>
        <p:spPr>
          <a:xfrm>
            <a:off x="2590800" y="2743200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15F4673-6C3E-AB96-AF7E-7BDC08C3916F}"/>
              </a:ext>
            </a:extLst>
          </p:cNvPr>
          <p:cNvSpPr/>
          <p:nvPr/>
        </p:nvSpPr>
        <p:spPr>
          <a:xfrm>
            <a:off x="2590800" y="3590925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43411CE-70CE-5FE8-9A72-A9936CDF532D}"/>
              </a:ext>
            </a:extLst>
          </p:cNvPr>
          <p:cNvSpPr/>
          <p:nvPr/>
        </p:nvSpPr>
        <p:spPr>
          <a:xfrm>
            <a:off x="2590800" y="4705350"/>
            <a:ext cx="7667625" cy="13906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698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099" y="1662889"/>
            <a:ext cx="9536749" cy="4461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5292</TotalTime>
  <Words>1694</Words>
  <Application>Microsoft Office PowerPoint</Application>
  <PresentationFormat>와이드스크린</PresentationFormat>
  <Paragraphs>252</Paragraphs>
  <Slides>33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1" baseType="lpstr">
      <vt:lpstr>D2Coding</vt:lpstr>
      <vt:lpstr>맑은 고딕</vt:lpstr>
      <vt:lpstr>맑은 고딕 Semilight</vt:lpstr>
      <vt:lpstr>바탕</vt:lpstr>
      <vt:lpstr>Arial</vt:lpstr>
      <vt:lpstr>Cambria Math</vt:lpstr>
      <vt:lpstr>Wingdings</vt:lpstr>
      <vt:lpstr>WelcomeDoc</vt:lpstr>
      <vt:lpstr>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107</cp:revision>
  <dcterms:created xsi:type="dcterms:W3CDTF">2026-04-06T01:00:39Z</dcterms:created>
  <dcterms:modified xsi:type="dcterms:W3CDTF">2026-06-22T23:29:55Z</dcterms:modified>
  <cp:version/>
</cp:coreProperties>
</file>