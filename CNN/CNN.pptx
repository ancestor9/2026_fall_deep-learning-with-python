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1128" r:id="rId3"/>
    <p:sldId id="1134" r:id="rId4"/>
    <p:sldId id="1133" r:id="rId5"/>
    <p:sldId id="1129" r:id="rId6"/>
    <p:sldId id="1130" r:id="rId7"/>
    <p:sldId id="1132" r:id="rId8"/>
    <p:sldId id="1131" r:id="rId9"/>
    <p:sldId id="978" r:id="rId10"/>
    <p:sldId id="1117" r:id="rId11"/>
    <p:sldId id="1114" r:id="rId12"/>
    <p:sldId id="1112" r:id="rId13"/>
    <p:sldId id="1105" r:id="rId14"/>
    <p:sldId id="1095" r:id="rId15"/>
    <p:sldId id="1096" r:id="rId16"/>
    <p:sldId id="1097" r:id="rId17"/>
    <p:sldId id="1103" r:id="rId18"/>
    <p:sldId id="1107" r:id="rId19"/>
    <p:sldId id="1115" r:id="rId20"/>
    <p:sldId id="1098" r:id="rId21"/>
    <p:sldId id="1099" r:id="rId22"/>
    <p:sldId id="1100" r:id="rId23"/>
    <p:sldId id="1101" r:id="rId24"/>
    <p:sldId id="1127" r:id="rId25"/>
    <p:sldId id="1106" r:id="rId26"/>
    <p:sldId id="1116" r:id="rId27"/>
    <p:sldId id="1102" r:id="rId28"/>
    <p:sldId id="1104" r:id="rId29"/>
    <p:sldId id="1124" r:id="rId30"/>
    <p:sldId id="1125" r:id="rId31"/>
    <p:sldId id="1126" r:id="rId32"/>
    <p:sldId id="1111" r:id="rId33"/>
    <p:sldId id="1113" r:id="rId34"/>
    <p:sldId id="1109" r:id="rId35"/>
    <p:sldId id="1110" r:id="rId36"/>
    <p:sldId id="1118" r:id="rId37"/>
    <p:sldId id="1119" r:id="rId38"/>
    <p:sldId id="1120" r:id="rId39"/>
    <p:sldId id="1121" r:id="rId40"/>
    <p:sldId id="1122" r:id="rId41"/>
    <p:sldId id="1123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28"/>
            <p14:sldId id="1134"/>
            <p14:sldId id="1133"/>
            <p14:sldId id="1129"/>
            <p14:sldId id="1130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35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1009084" y="1742121"/>
            <a:ext cx="9411266" cy="324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maps, d</a:t>
            </a:r>
            <a:r>
              <a:rPr lang="en-US" altLang="ko-KR" sz="2800" dirty="0"/>
              <a:t>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Flatten</a:t>
            </a:r>
            <a:endParaRPr lang="ko-KR" altLang="en-US" sz="2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F9A5027-C42E-7319-0AC9-BDE98445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AFD1E9F0-341B-6DCC-1492-1F64379FC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845005"/>
              </p:ext>
            </p:extLst>
          </p:nvPr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098827"/>
              </p:ext>
            </p:extLst>
          </p:nvPr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430616"/>
              </p:ext>
            </p:extLst>
          </p:nvPr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08684"/>
              </p:ext>
            </p:extLst>
          </p:nvPr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728948"/>
              </p:ext>
            </p:extLst>
          </p:nvPr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281778"/>
              </p:ext>
            </p:extLst>
          </p:nvPr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429883"/>
              </p:ext>
            </p:extLst>
          </p:nvPr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412593"/>
              </p:ext>
            </p:extLst>
          </p:nvPr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246343"/>
              </p:ext>
            </p:extLst>
          </p:nvPr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83080"/>
              </p:ext>
            </p:extLst>
          </p:nvPr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742387"/>
              </p:ext>
            </p:extLst>
          </p:nvPr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995466"/>
              </p:ext>
            </p:extLst>
          </p:nvPr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659979"/>
              </p:ext>
            </p:extLst>
          </p:nvPr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086331"/>
              </p:ext>
            </p:extLst>
          </p:nvPr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112837"/>
              </p:ext>
            </p:extLst>
          </p:nvPr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748694"/>
              </p:ext>
            </p:extLst>
          </p:nvPr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45527"/>
              </p:ext>
            </p:extLst>
          </p:nvPr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109341"/>
              </p:ext>
            </p:extLst>
          </p:nvPr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201731"/>
              </p:ext>
            </p:extLst>
          </p:nvPr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799133"/>
              </p:ext>
            </p:extLst>
          </p:nvPr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927757"/>
              </p:ext>
            </p:extLst>
          </p:nvPr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51983"/>
              </p:ext>
            </p:extLst>
          </p:nvPr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037547"/>
              </p:ext>
            </p:extLst>
          </p:nvPr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804512"/>
              </p:ext>
            </p:extLst>
          </p:nvPr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637404"/>
              </p:ext>
            </p:extLst>
          </p:nvPr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399552"/>
              </p:ext>
            </p:extLst>
          </p:nvPr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169267"/>
              </p:ext>
            </p:extLst>
          </p:nvPr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10592"/>
              </p:ext>
            </p:extLst>
          </p:nvPr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049872"/>
              </p:ext>
            </p:extLst>
          </p:nvPr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5474</TotalTime>
  <Words>2174</Words>
  <Application>Microsoft Office PowerPoint</Application>
  <PresentationFormat>와이드스크린</PresentationFormat>
  <Paragraphs>312</Paragraphs>
  <Slides>41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D2Coding</vt:lpstr>
      <vt:lpstr>맑은 고딕</vt:lpstr>
      <vt:lpstr>맑은 고딕 Semilight</vt:lpstr>
      <vt:lpstr>바탕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115</cp:revision>
  <dcterms:created xsi:type="dcterms:W3CDTF">2026-04-06T01:00:39Z</dcterms:created>
  <dcterms:modified xsi:type="dcterms:W3CDTF">2026-06-26T03:12:55Z</dcterms:modified>
  <cp:version/>
</cp:coreProperties>
</file>