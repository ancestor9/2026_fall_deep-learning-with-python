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9"/>
  </p:notesMasterIdLst>
  <p:handoutMasterIdLst>
    <p:handoutMasterId r:id="rId30"/>
  </p:handoutMasterIdLst>
  <p:sldIdLst>
    <p:sldId id="256" r:id="rId2"/>
    <p:sldId id="978" r:id="rId3"/>
    <p:sldId id="1117" r:id="rId4"/>
    <p:sldId id="1114" r:id="rId5"/>
    <p:sldId id="1112" r:id="rId6"/>
    <p:sldId id="1105" r:id="rId7"/>
    <p:sldId id="1095" r:id="rId8"/>
    <p:sldId id="1096" r:id="rId9"/>
    <p:sldId id="1097" r:id="rId10"/>
    <p:sldId id="1103" r:id="rId11"/>
    <p:sldId id="1107" r:id="rId12"/>
    <p:sldId id="1115" r:id="rId13"/>
    <p:sldId id="1098" r:id="rId14"/>
    <p:sldId id="1099" r:id="rId15"/>
    <p:sldId id="1100" r:id="rId16"/>
    <p:sldId id="1101" r:id="rId17"/>
    <p:sldId id="1116" r:id="rId18"/>
    <p:sldId id="1102" r:id="rId19"/>
    <p:sldId id="1104" r:id="rId20"/>
    <p:sldId id="1106" r:id="rId21"/>
    <p:sldId id="1111" r:id="rId22"/>
    <p:sldId id="1113" r:id="rId23"/>
    <p:sldId id="1109" r:id="rId24"/>
    <p:sldId id="1110" r:id="rId25"/>
    <p:sldId id="1118" r:id="rId26"/>
    <p:sldId id="1119" r:id="rId27"/>
    <p:sldId id="1120" r:id="rId2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16"/>
            <p14:sldId id="1102"/>
            <p14:sldId id="1104"/>
            <p14:sldId id="1106"/>
            <p14:sldId id="1111"/>
            <p14:sldId id="1113"/>
            <p14:sldId id="1109"/>
            <p14:sldId id="1110"/>
            <p14:sldId id="1118"/>
            <p14:sldId id="1119"/>
            <p14:sldId id="112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04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2026-06-11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2026-06-11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2026-06-11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gi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898584-3848-4BB8-F2D9-0A00E87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688" y="2612298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3" y="2612298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1543050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11B06-493F-BCD7-F77B-C778CE2E4912}"/>
              </a:ext>
            </a:extLst>
          </p:cNvPr>
          <p:cNvSpPr txBox="1"/>
          <p:nvPr/>
        </p:nvSpPr>
        <p:spPr>
          <a:xfrm>
            <a:off x="6231792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641FE6-D0E5-C619-5DA7-ADF18731FA6E}"/>
              </a:ext>
            </a:extLst>
          </p:cNvPr>
          <p:cNvSpPr txBox="1"/>
          <p:nvPr/>
        </p:nvSpPr>
        <p:spPr>
          <a:xfrm>
            <a:off x="6231792" y="5808669"/>
            <a:ext cx="345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동일한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합산하는 과정</a:t>
            </a:r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5257</TotalTime>
  <Words>1331</Words>
  <Application>Microsoft Office PowerPoint</Application>
  <PresentationFormat>와이드스크린</PresentationFormat>
  <Paragraphs>221</Paragraphs>
  <Slides>27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5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105</cp:revision>
  <dcterms:created xsi:type="dcterms:W3CDTF">2026-04-06T01:00:39Z</dcterms:created>
  <dcterms:modified xsi:type="dcterms:W3CDTF">2026-06-11T15:13:49Z</dcterms:modified>
  <cp:version/>
</cp:coreProperties>
</file>