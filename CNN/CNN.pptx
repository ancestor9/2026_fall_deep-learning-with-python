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094" r:id="rId3"/>
    <p:sldId id="978" r:id="rId4"/>
    <p:sldId id="1098" r:id="rId5"/>
    <p:sldId id="1099" r:id="rId6"/>
    <p:sldId id="1100" r:id="rId7"/>
    <p:sldId id="1101" r:id="rId8"/>
    <p:sldId id="1095" r:id="rId9"/>
    <p:sldId id="1096" r:id="rId10"/>
    <p:sldId id="1097" r:id="rId11"/>
    <p:sldId id="1102" r:id="rId12"/>
    <p:sldId id="1104" r:id="rId13"/>
    <p:sldId id="1105" r:id="rId14"/>
    <p:sldId id="1103" r:id="rId15"/>
    <p:sldId id="1107" r:id="rId16"/>
    <p:sldId id="1106" r:id="rId17"/>
    <p:sldId id="1109" r:id="rId18"/>
    <p:sldId id="1110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098"/>
            <p14:sldId id="1099"/>
            <p14:sldId id="1100"/>
            <p14:sldId id="1101"/>
            <p14:sldId id="1095"/>
            <p14:sldId id="1096"/>
            <p14:sldId id="1097"/>
            <p14:sldId id="1102"/>
            <p14:sldId id="1104"/>
            <p14:sldId id="1105"/>
            <p14:sldId id="1103"/>
            <p14:sldId id="1107"/>
            <p14:sldId id="1106"/>
            <p14:sldId id="1109"/>
            <p14:sldId id="111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06" y="-8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C04B07-3781-FB4B-C4B6-15DCC177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90" y="1493819"/>
            <a:ext cx="9199721" cy="45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872291"/>
            <a:ext cx="9782693" cy="41639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835486" y="1502959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185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132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1501493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2981</TotalTime>
  <Words>603</Words>
  <Application>Microsoft Office PowerPoint</Application>
  <PresentationFormat>와이드스크린</PresentationFormat>
  <Paragraphs>148</Paragraphs>
  <Slides>18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D2Coding</vt:lpstr>
      <vt:lpstr>맑은 고딕</vt:lpstr>
      <vt:lpstr>맑은 고딕 Semilight</vt:lpstr>
      <vt:lpstr>Batang</vt:lpstr>
      <vt:lpstr>Arial</vt:lpstr>
      <vt:lpstr>Segoe UI Light</vt:lpstr>
      <vt:lpstr>Wingdings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99</cp:revision>
  <dcterms:created xsi:type="dcterms:W3CDTF">2026-04-06T01:00:39Z</dcterms:created>
  <dcterms:modified xsi:type="dcterms:W3CDTF">2026-06-09T01:23:55Z</dcterms:modified>
  <cp:version/>
</cp:coreProperties>
</file>