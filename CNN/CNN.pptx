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256" r:id="rId2"/>
    <p:sldId id="1128" r:id="rId3"/>
    <p:sldId id="1129" r:id="rId4"/>
    <p:sldId id="1130" r:id="rId5"/>
    <p:sldId id="1132" r:id="rId6"/>
    <p:sldId id="1131" r:id="rId7"/>
    <p:sldId id="978" r:id="rId8"/>
    <p:sldId id="1117" r:id="rId9"/>
    <p:sldId id="1114" r:id="rId10"/>
    <p:sldId id="1112" r:id="rId11"/>
    <p:sldId id="1105" r:id="rId12"/>
    <p:sldId id="1095" r:id="rId13"/>
    <p:sldId id="1096" r:id="rId14"/>
    <p:sldId id="1097" r:id="rId15"/>
    <p:sldId id="1103" r:id="rId16"/>
    <p:sldId id="1107" r:id="rId17"/>
    <p:sldId id="1115" r:id="rId18"/>
    <p:sldId id="1098" r:id="rId19"/>
    <p:sldId id="1099" r:id="rId20"/>
    <p:sldId id="1100" r:id="rId21"/>
    <p:sldId id="1101" r:id="rId22"/>
    <p:sldId id="1127" r:id="rId23"/>
    <p:sldId id="1106" r:id="rId24"/>
    <p:sldId id="1116" r:id="rId25"/>
    <p:sldId id="1102" r:id="rId26"/>
    <p:sldId id="1104" r:id="rId27"/>
    <p:sldId id="1124" r:id="rId28"/>
    <p:sldId id="1125" r:id="rId29"/>
    <p:sldId id="1126" r:id="rId30"/>
    <p:sldId id="1111" r:id="rId31"/>
    <p:sldId id="1113" r:id="rId32"/>
    <p:sldId id="1109" r:id="rId33"/>
    <p:sldId id="1110" r:id="rId34"/>
    <p:sldId id="1118" r:id="rId35"/>
    <p:sldId id="1119" r:id="rId36"/>
    <p:sldId id="1120" r:id="rId37"/>
    <p:sldId id="1121" r:id="rId38"/>
    <p:sldId id="1122" r:id="rId39"/>
    <p:sldId id="1123" r:id="rId4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28"/>
            <p14:sldId id="1129"/>
            <p14:sldId id="1130"/>
            <p14:sldId id="1132"/>
            <p14:sldId id="1131"/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18"/>
            <p14:sldId id="1119"/>
            <p14:sldId id="1120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4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jpeg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gif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gif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5BF02-C190-10E8-815C-000469F8D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D914B7-4A65-B108-F60D-95D5329BE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088DC1-60C5-224A-7C6C-E0C3BCE108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EFE2100A-1A19-C1FE-D2B3-C9FACFC56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184" y="2542173"/>
            <a:ext cx="4132827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4571DAEA-99DE-30E2-9CB9-C7832EA39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2442" y="1513195"/>
            <a:ext cx="3158608" cy="4744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59D9AB-143A-889B-F6B8-6DBEE11C7A0B}"/>
              </a:ext>
            </a:extLst>
          </p:cNvPr>
          <p:cNvSpPr txBox="1"/>
          <p:nvPr/>
        </p:nvSpPr>
        <p:spPr>
          <a:xfrm>
            <a:off x="6381184" y="1990278"/>
            <a:ext cx="3953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D53392-A86B-2446-9E61-AF18ECF82CC9}"/>
              </a:ext>
            </a:extLst>
          </p:cNvPr>
          <p:cNvSpPr/>
          <p:nvPr/>
        </p:nvSpPr>
        <p:spPr>
          <a:xfrm>
            <a:off x="3724275" y="3562350"/>
            <a:ext cx="552450" cy="5238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82C1FF3-44F3-1AD3-9C4A-D011C4E933B1}"/>
              </a:ext>
            </a:extLst>
          </p:cNvPr>
          <p:cNvSpPr/>
          <p:nvPr/>
        </p:nvSpPr>
        <p:spPr>
          <a:xfrm>
            <a:off x="3371850" y="4086225"/>
            <a:ext cx="304800" cy="219075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D4852B9-6285-2153-E5E5-1D5AE30362F8}"/>
              </a:ext>
            </a:extLst>
          </p:cNvPr>
          <p:cNvSpPr/>
          <p:nvPr/>
        </p:nvSpPr>
        <p:spPr>
          <a:xfrm>
            <a:off x="2400300" y="4086225"/>
            <a:ext cx="400050" cy="3714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06650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BEE6D-170E-62D3-6683-F0FB3D5CD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7CE1C0-2BA2-1A70-C807-69749AE49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845005"/>
              </p:ext>
            </p:extLst>
          </p:nvPr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098827"/>
              </p:ext>
            </p:extLst>
          </p:nvPr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430616"/>
              </p:ext>
            </p:extLst>
          </p:nvPr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08684"/>
              </p:ext>
            </p:extLst>
          </p:nvPr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728948"/>
              </p:ext>
            </p:extLst>
          </p:nvPr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281778"/>
              </p:ext>
            </p:extLst>
          </p:nvPr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429883"/>
              </p:ext>
            </p:extLst>
          </p:nvPr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412593"/>
              </p:ext>
            </p:extLst>
          </p:nvPr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246343"/>
              </p:ext>
            </p:extLst>
          </p:nvPr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83080"/>
              </p:ext>
            </p:extLst>
          </p:nvPr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742387"/>
              </p:ext>
            </p:extLst>
          </p:nvPr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995466"/>
              </p:ext>
            </p:extLst>
          </p:nvPr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659979"/>
              </p:ext>
            </p:extLst>
          </p:nvPr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086331"/>
              </p:ext>
            </p:extLst>
          </p:nvPr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112837"/>
              </p:ext>
            </p:extLst>
          </p:nvPr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4748694"/>
              </p:ext>
            </p:extLst>
          </p:nvPr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45527"/>
              </p:ext>
            </p:extLst>
          </p:nvPr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109341"/>
              </p:ext>
            </p:extLst>
          </p:nvPr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201731"/>
              </p:ext>
            </p:extLst>
          </p:nvPr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799133"/>
              </p:ext>
            </p:extLst>
          </p:nvPr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927757"/>
              </p:ext>
            </p:extLst>
          </p:nvPr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651983"/>
              </p:ext>
            </p:extLst>
          </p:nvPr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037547"/>
              </p:ext>
            </p:extLst>
          </p:nvPr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804512"/>
              </p:ext>
            </p:extLst>
          </p:nvPr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637404"/>
              </p:ext>
            </p:extLst>
          </p:nvPr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9552"/>
              </p:ext>
            </p:extLst>
          </p:nvPr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169267"/>
              </p:ext>
            </p:extLst>
          </p:nvPr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10592"/>
              </p:ext>
            </p:extLst>
          </p:nvPr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049872"/>
              </p:ext>
            </p:extLst>
          </p:nvPr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5411</TotalTime>
  <Words>2074</Words>
  <Application>Microsoft Office PowerPoint</Application>
  <PresentationFormat>와이드스크린</PresentationFormat>
  <Paragraphs>301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7" baseType="lpstr">
      <vt:lpstr>D2Coding</vt:lpstr>
      <vt:lpstr>맑은 고딕</vt:lpstr>
      <vt:lpstr>맑은 고딕 Semilight</vt:lpstr>
      <vt:lpstr>Batang</vt:lpstr>
      <vt:lpstr>Arial</vt:lpstr>
      <vt:lpstr>Cambria Math</vt:lpstr>
      <vt:lpstr>Wingdings</vt:lpstr>
      <vt:lpstr>WelcomeDoc</vt:lpstr>
      <vt:lpstr>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111</cp:revision>
  <dcterms:created xsi:type="dcterms:W3CDTF">2026-04-06T01:00:39Z</dcterms:created>
  <dcterms:modified xsi:type="dcterms:W3CDTF">2026-06-23T02:42:41Z</dcterms:modified>
  <cp:version/>
</cp:coreProperties>
</file>