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56" r:id="rId2"/>
    <p:sldId id="1094" r:id="rId3"/>
    <p:sldId id="978" r:id="rId4"/>
    <p:sldId id="1098" r:id="rId5"/>
    <p:sldId id="1099" r:id="rId6"/>
    <p:sldId id="1100" r:id="rId7"/>
    <p:sldId id="1101" r:id="rId8"/>
    <p:sldId id="1095" r:id="rId9"/>
    <p:sldId id="1096" r:id="rId10"/>
    <p:sldId id="1097" r:id="rId11"/>
    <p:sldId id="1102" r:id="rId12"/>
    <p:sldId id="1104" r:id="rId13"/>
    <p:sldId id="1105" r:id="rId14"/>
    <p:sldId id="1103" r:id="rId15"/>
    <p:sldId id="1107" r:id="rId16"/>
    <p:sldId id="1106" r:id="rId17"/>
    <p:sldId id="1109" r:id="rId1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1098"/>
            <p14:sldId id="1099"/>
            <p14:sldId id="1100"/>
            <p14:sldId id="1101"/>
            <p14:sldId id="1095"/>
            <p14:sldId id="1096"/>
            <p14:sldId id="1097"/>
            <p14:sldId id="1102"/>
            <p14:sldId id="1104"/>
            <p14:sldId id="1105"/>
            <p14:sldId id="1103"/>
            <p14:sldId id="1107"/>
            <p14:sldId id="1106"/>
            <p14:sldId id="110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106" y="-499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C04B07-3781-FB4B-C4B6-15DCC1771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290" y="1493819"/>
            <a:ext cx="9199721" cy="454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872291"/>
            <a:ext cx="9782693" cy="41639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835486" y="1502959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34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77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6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185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132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898584-3848-4BB8-F2D9-0A00E87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688" y="2612298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3" y="2612298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1543050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11B06-493F-BCD7-F77B-C778CE2E4912}"/>
              </a:ext>
            </a:extLst>
          </p:cNvPr>
          <p:cNvSpPr txBox="1"/>
          <p:nvPr/>
        </p:nvSpPr>
        <p:spPr>
          <a:xfrm>
            <a:off x="6231792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641FE6-D0E5-C619-5DA7-ADF18731FA6E}"/>
              </a:ext>
            </a:extLst>
          </p:cNvPr>
          <p:cNvSpPr txBox="1"/>
          <p:nvPr/>
        </p:nvSpPr>
        <p:spPr>
          <a:xfrm>
            <a:off x="6231792" y="5808669"/>
            <a:ext cx="3453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동일한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합산하는 과정</a:t>
            </a:r>
          </a:p>
        </p:txBody>
      </p:sp>
    </p:spTree>
    <p:extLst>
      <p:ext uri="{BB962C8B-B14F-4D97-AF65-F5344CB8AC3E}">
        <p14:creationId xmlns:p14="http://schemas.microsoft.com/office/powerpoint/2010/main" val="1501493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2858</TotalTime>
  <Words>585</Words>
  <Application>Microsoft Office PowerPoint</Application>
  <PresentationFormat>와이드스크린</PresentationFormat>
  <Paragraphs>145</Paragraphs>
  <Slides>17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5" baseType="lpstr">
      <vt:lpstr>D2Coding</vt:lpstr>
      <vt:lpstr>맑은 고딕</vt:lpstr>
      <vt:lpstr>맑은 고딕 Semilight</vt:lpstr>
      <vt:lpstr>Batang</vt:lpstr>
      <vt:lpstr>Arial</vt:lpstr>
      <vt:lpstr>Segoe UI Light</vt:lpstr>
      <vt:lpstr>Wingdings</vt:lpstr>
      <vt:lpstr>WelcomeDoc</vt:lpstr>
      <vt:lpstr>Image Classification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98</cp:revision>
  <dcterms:created xsi:type="dcterms:W3CDTF">2026-04-06T01:00:39Z</dcterms:created>
  <dcterms:modified xsi:type="dcterms:W3CDTF">2026-06-08T23:21:01Z</dcterms:modified>
  <cp:version/>
</cp:coreProperties>
</file>