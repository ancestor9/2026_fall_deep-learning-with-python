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8"/>
  </p:notesMasterIdLst>
  <p:handoutMasterIdLst>
    <p:handoutMasterId r:id="rId9"/>
  </p:handoutMasterIdLst>
  <p:sldIdLst>
    <p:sldId id="256" r:id="rId2"/>
    <p:sldId id="1094" r:id="rId3"/>
    <p:sldId id="978" r:id="rId4"/>
    <p:sldId id="1095" r:id="rId5"/>
    <p:sldId id="1096" r:id="rId6"/>
    <p:sldId id="1097" r:id="rId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978"/>
            <p14:sldId id="1095"/>
            <p14:sldId id="1096"/>
            <p14:sldId id="109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2026-06-06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2026-06-06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2026-06-06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2026-06-06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2210395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CNN(convolutional neural networks, </a:t>
            </a:r>
            <a:r>
              <a:rPr lang="en-US" altLang="ko-KR" sz="2400" dirty="0" err="1">
                <a:solidFill>
                  <a:schemeClr val="bg1"/>
                </a:solidFill>
              </a:rPr>
              <a:t>ConvNets</a:t>
            </a:r>
            <a:r>
              <a:rPr lang="en-US" altLang="ko-KR" sz="2400" dirty="0">
                <a:solidFill>
                  <a:schemeClr val="bg1"/>
                </a:solidFill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C04B07-3781-FB4B-C4B6-15DCC1771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290" y="1493819"/>
            <a:ext cx="9199721" cy="4542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1C951-F23B-030B-42CD-686330B0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344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8BC45F-6F1B-D8CC-D6A1-D7B58965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177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E165-9840-CCB8-9EAF-F6DB2D8A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36219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2689</TotalTime>
  <Words>41</Words>
  <Application>Microsoft Office PowerPoint</Application>
  <PresentationFormat>와이드스크린</PresentationFormat>
  <Paragraphs>21</Paragraphs>
  <Slides>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2" baseType="lpstr">
      <vt:lpstr>D2Coding</vt:lpstr>
      <vt:lpstr>맑은 고딕</vt:lpstr>
      <vt:lpstr>Batang</vt:lpstr>
      <vt:lpstr>Arial</vt:lpstr>
      <vt:lpstr>Segoe UI Light</vt:lpstr>
      <vt:lpstr>WelcomeDoc</vt:lpstr>
      <vt:lpstr>Image Classification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93</cp:revision>
  <dcterms:created xsi:type="dcterms:W3CDTF">2026-04-06T01:00:39Z</dcterms:created>
  <dcterms:modified xsi:type="dcterms:W3CDTF">2026-06-06T13:53:12Z</dcterms:modified>
  <cp:version/>
</cp:coreProperties>
</file>