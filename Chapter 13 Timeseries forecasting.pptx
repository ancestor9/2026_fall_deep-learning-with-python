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0"/>
  </p:notesMasterIdLst>
  <p:handoutMasterIdLst>
    <p:handoutMasterId r:id="rId41"/>
  </p:handoutMasterIdLst>
  <p:sldIdLst>
    <p:sldId id="256" r:id="rId2"/>
    <p:sldId id="1155" r:id="rId3"/>
    <p:sldId id="1122" r:id="rId4"/>
    <p:sldId id="1134" r:id="rId5"/>
    <p:sldId id="1140" r:id="rId6"/>
    <p:sldId id="1141" r:id="rId7"/>
    <p:sldId id="1144" r:id="rId8"/>
    <p:sldId id="1142" r:id="rId9"/>
    <p:sldId id="1143" r:id="rId10"/>
    <p:sldId id="1157" r:id="rId11"/>
    <p:sldId id="1146" r:id="rId12"/>
    <p:sldId id="1148" r:id="rId13"/>
    <p:sldId id="1136" r:id="rId14"/>
    <p:sldId id="1145" r:id="rId15"/>
    <p:sldId id="1158" r:id="rId16"/>
    <p:sldId id="1150" r:id="rId17"/>
    <p:sldId id="1152" r:id="rId18"/>
    <p:sldId id="1149" r:id="rId19"/>
    <p:sldId id="1153" r:id="rId20"/>
    <p:sldId id="1151" r:id="rId21"/>
    <p:sldId id="1154" r:id="rId22"/>
    <p:sldId id="1159" r:id="rId23"/>
    <p:sldId id="1135" r:id="rId24"/>
    <p:sldId id="1160" r:id="rId25"/>
    <p:sldId id="1132" r:id="rId26"/>
    <p:sldId id="1133" r:id="rId27"/>
    <p:sldId id="1125" r:id="rId28"/>
    <p:sldId id="1127" r:id="rId29"/>
    <p:sldId id="1128" r:id="rId30"/>
    <p:sldId id="1123" r:id="rId31"/>
    <p:sldId id="1130" r:id="rId32"/>
    <p:sldId id="1131" r:id="rId33"/>
    <p:sldId id="1137" r:id="rId34"/>
    <p:sldId id="1138" r:id="rId35"/>
    <p:sldId id="1129" r:id="rId36"/>
    <p:sldId id="1139" r:id="rId37"/>
    <p:sldId id="978" r:id="rId38"/>
    <p:sldId id="1121" r:id="rId39"/>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57"/>
            <p14:sldId id="1146"/>
            <p14:sldId id="1148"/>
            <p14:sldId id="1136"/>
            <p14:sldId id="1145"/>
            <p14:sldId id="1158"/>
            <p14:sldId id="1150"/>
            <p14:sldId id="1152"/>
            <p14:sldId id="1149"/>
            <p14:sldId id="1153"/>
            <p14:sldId id="1151"/>
            <p14:sldId id="1154"/>
            <p14:sldId id="1159"/>
            <p14:sldId id="1135"/>
            <p14:sldId id="1160"/>
            <p14:sldId id="1132"/>
            <p14:sldId id="1133"/>
            <p14:sldId id="1125"/>
            <p14:sldId id="1127"/>
            <p14:sldId id="1128"/>
            <p14:sldId id="1123"/>
            <p14:sldId id="1130"/>
            <p14:sldId id="1131"/>
            <p14:sldId id="1137"/>
            <p14:sldId id="1138"/>
            <p14:sldId id="1129"/>
            <p14:sldId id="1139"/>
            <p14:sldId id="978"/>
            <p14:sldId id="1121"/>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FF9B45"/>
    <a:srgbClr val="DD462F"/>
    <a:srgbClr val="D24726"/>
    <a:srgbClr val="404040"/>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6413"/>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2026-08-13</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2026-08-13</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28</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2026-08-13</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8/13/2026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2026-08-13</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sv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7" Type="http://schemas.microsoft.com/office/2007/relationships/hdphoto" Target="../media/hdphoto2.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microsoft.com/office/2007/relationships/hdphoto" Target="../media/hdphoto1.wdp"/></Relationships>
</file>

<file path=ppt/slides/_rels/slide28.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33.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2.wdp"/><Relationship Id="rId9" Type="http://schemas.openxmlformats.org/officeDocument/2006/relationships/image" Target="../media/image140.png"/></Relationships>
</file>

<file path=ppt/slides/_rels/slide29.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34.png"/><Relationship Id="rId12" Type="http://schemas.microsoft.com/office/2007/relationships/hdphoto" Target="../media/hdphoto2.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33.png"/><Relationship Id="rId24" Type="http://schemas.openxmlformats.org/officeDocument/2006/relationships/image" Target="../media/image38.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0.png"/><Relationship Id="rId4" Type="http://schemas.microsoft.com/office/2007/relationships/hdphoto" Target="../media/hdphoto2.wdp"/></Relationships>
</file>

<file path=ppt/slides/_rels/slide31.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B32F42C0-07C8-1960-872A-C341FE529FB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BB4D45B-52A1-9BAE-B34E-30DEDF59CFA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4</a:t>
            </a:fld>
            <a:endParaRPr lang="en-US" dirty="0"/>
          </a:p>
        </p:txBody>
      </p:sp>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5" name="TextBox 4">
            <a:extLst>
              <a:ext uri="{FF2B5EF4-FFF2-40B4-BE49-F238E27FC236}">
                <a16:creationId xmlns:a16="http://schemas.microsoft.com/office/drawing/2014/main" id="{6561AAD7-56D4-58BF-FEAE-D0D8305EA254}"/>
              </a:ext>
            </a:extLst>
          </p:cNvPr>
          <p:cNvSpPr txBox="1"/>
          <p:nvPr/>
        </p:nvSpPr>
        <p:spPr>
          <a:xfrm>
            <a:off x="658811" y="1729061"/>
            <a:ext cx="9855200" cy="968407"/>
          </a:xfrm>
          <a:prstGeom prst="rect">
            <a:avLst/>
          </a:prstGeom>
          <a:noFill/>
        </p:spPr>
        <p:txBody>
          <a:bodyPr wrap="square">
            <a:spAutoFit/>
          </a:bodyPr>
          <a:lstStyle/>
          <a:p>
            <a:pPr>
              <a:lnSpc>
                <a:spcPct val="150000"/>
              </a:lnSpc>
            </a:pPr>
            <a:r>
              <a:rPr lang="en-US" altLang="ko-KR" sz="2000" b="0" i="0" dirty="0">
                <a:solidFill>
                  <a:srgbClr val="181818"/>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20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843279" y="3178108"/>
            <a:ext cx="9010821" cy="2858154"/>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10</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13</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15</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22</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3412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7759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0421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5207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1612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4347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79317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210E60AA-30A7-76F5-61E4-FAD00013C47F}"/>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FF07DFC3-7512-279D-EFDE-BC0E7E45F5D7}"/>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일자별로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기존</a:t>
            </a:r>
            <a:r>
              <a:rPr lang="en-US" altLang="ko-KR" dirty="0">
                <a:latin typeface="D2Coding" panose="020B0609020101020101" pitchFamily="49" charset="-127"/>
                <a:ea typeface="D2Coding" panose="020B0609020101020101" pitchFamily="49" charset="-127"/>
              </a:rPr>
              <a:t> ANN </a:t>
            </a:r>
            <a:r>
              <a:rPr lang="ko-KR" altLang="en-US" dirty="0">
                <a:latin typeface="D2Coding" panose="020B0609020101020101" pitchFamily="49" charset="-127"/>
                <a:ea typeface="D2Coding" panose="020B0609020101020101" pitchFamily="49" charset="-127"/>
              </a:rPr>
              <a:t>모델의 한계는 무엇이고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이 필요한지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토론하고 주가 예측 방식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10936203-F21C-63FD-4023-3DE2C74533F8}"/>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16083831-1CF6-41E5-E6A3-9D03E05C98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3AC58EF4-5A82-F18D-16D4-DBC48C4C1D58}"/>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1D713D28-6E6C-EDB6-A024-2E2ABC1E0AAF}"/>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Tree>
    <p:extLst>
      <p:ext uri="{BB962C8B-B14F-4D97-AF65-F5344CB8AC3E}">
        <p14:creationId xmlns:p14="http://schemas.microsoft.com/office/powerpoint/2010/main" val="4395993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925" y="19895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9470" y="20408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9470" y="42940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04845" y="1566831"/>
            <a:ext cx="370840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Multi-layer RNN, Deep RNN</a:t>
            </a:r>
            <a:endParaRPr lang="ko-KR" altLang="en-US" dirty="0">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51E8203-15D6-D19A-3513-F1DC6553F9B4}"/>
              </a:ext>
            </a:extLst>
          </p:cNvPr>
          <p:cNvSpPr txBox="1"/>
          <p:nvPr/>
        </p:nvSpPr>
        <p:spPr>
          <a:xfrm>
            <a:off x="7309484" y="1566831"/>
            <a:ext cx="4692015"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599470" y="1566831"/>
            <a:ext cx="2319942"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Shallow RNN</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916977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594536"/>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053941"/>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3777734"/>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287198"/>
            <a:ext cx="4827639" cy="369332"/>
          </a:xfrm>
          <a:prstGeom prst="rect">
            <a:avLst/>
          </a:prstGeom>
          <a:noFill/>
        </p:spPr>
        <p:txBody>
          <a:bodyPr wrap="square" rtlCol="0">
            <a:spAutoFit/>
          </a:bodyPr>
          <a:lstStyle/>
          <a:p>
            <a:r>
              <a:rPr lang="en-US" altLang="ko-KR" dirty="0"/>
              <a:t>I	am	  your		      father</a:t>
            </a:r>
            <a:endParaRPr lang="ko-KR" altLang="en-US" dirty="0"/>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666929"/>
            <a:ext cx="4827639" cy="369332"/>
          </a:xfrm>
          <a:prstGeom prst="rect">
            <a:avLst/>
          </a:prstGeom>
          <a:noFill/>
        </p:spPr>
        <p:txBody>
          <a:bodyPr wrap="square" rtlCol="0">
            <a:spAutoFit/>
          </a:bodyPr>
          <a:lstStyle/>
          <a:p>
            <a:r>
              <a:rPr lang="en-US" altLang="ko-KR" dirty="0"/>
              <a:t>t-3	t-2	  t-1		      t</a:t>
            </a:r>
            <a:endParaRPr lang="ko-KR" altLang="en-US" dirty="0"/>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Tree>
    <p:extLst>
      <p:ext uri="{BB962C8B-B14F-4D97-AF65-F5344CB8AC3E}">
        <p14:creationId xmlns:p14="http://schemas.microsoft.com/office/powerpoint/2010/main" val="17989263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1800746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1710703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1538502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Tree>
    <p:extLst>
      <p:ext uri="{BB962C8B-B14F-4D97-AF65-F5344CB8AC3E}">
        <p14:creationId xmlns:p14="http://schemas.microsoft.com/office/powerpoint/2010/main" val="26230321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Tree>
    <p:extLst>
      <p:ext uri="{BB962C8B-B14F-4D97-AF65-F5344CB8AC3E}">
        <p14:creationId xmlns:p14="http://schemas.microsoft.com/office/powerpoint/2010/main" val="6522042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339970A5-A681-2B27-3205-D7A4C775AA7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70558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FB53F-5797-0BB2-9323-F166DE5B677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6A9490-8D65-6528-22C1-98B7D50809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A9EEC3D1-0BD5-4541-4799-448270E1E17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33600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 name="Picture 4">
            <a:extLst>
              <a:ext uri="{FF2B5EF4-FFF2-40B4-BE49-F238E27FC236}">
                <a16:creationId xmlns:a16="http://schemas.microsoft.com/office/drawing/2014/main" id="{912112BE-FB30-E488-53B7-8D87ECB97B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99" y="1374234"/>
            <a:ext cx="6061090" cy="243074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13025" y="3892807"/>
            <a:ext cx="6061091" cy="25964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730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7115</TotalTime>
  <Words>3872</Words>
  <Application>Microsoft Office PowerPoint</Application>
  <PresentationFormat>와이드스크린</PresentationFormat>
  <Paragraphs>415</Paragraphs>
  <Slides>38</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38</vt:i4>
      </vt:variant>
    </vt:vector>
  </HeadingPairs>
  <TitlesOfParts>
    <vt:vector size="48"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122</cp:revision>
  <dcterms:created xsi:type="dcterms:W3CDTF">2026-04-06T01:00:39Z</dcterms:created>
  <dcterms:modified xsi:type="dcterms:W3CDTF">2026-08-14T09:31:03Z</dcterms:modified>
  <cp:version/>
</cp:coreProperties>
</file>