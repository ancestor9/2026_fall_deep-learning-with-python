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256" r:id="rId2"/>
    <p:sldId id="1139" r:id="rId3"/>
    <p:sldId id="1133" r:id="rId4"/>
    <p:sldId id="1153" r:id="rId5"/>
    <p:sldId id="1134" r:id="rId6"/>
    <p:sldId id="1146" r:id="rId7"/>
    <p:sldId id="1140" r:id="rId8"/>
    <p:sldId id="1145" r:id="rId9"/>
    <p:sldId id="1150" r:id="rId10"/>
    <p:sldId id="1148" r:id="rId11"/>
    <p:sldId id="1149" r:id="rId12"/>
    <p:sldId id="1151" r:id="rId13"/>
    <p:sldId id="1137" r:id="rId14"/>
    <p:sldId id="1136" r:id="rId15"/>
    <p:sldId id="1152" r:id="rId16"/>
    <p:sldId id="1154" r:id="rId17"/>
    <p:sldId id="1147" r:id="rId18"/>
    <p:sldId id="1143" r:id="rId19"/>
    <p:sldId id="1138" r:id="rId20"/>
    <p:sldId id="1135" r:id="rId21"/>
    <p:sldId id="1142" r:id="rId22"/>
    <p:sldId id="1129" r:id="rId23"/>
    <p:sldId id="1130" r:id="rId24"/>
    <p:sldId id="1131" r:id="rId25"/>
    <p:sldId id="1132" r:id="rId26"/>
    <p:sldId id="1121" r:id="rId27"/>
    <p:sldId id="1122" r:id="rId28"/>
    <p:sldId id="1123" r:id="rId2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9"/>
            <p14:sldId id="1133"/>
            <p14:sldId id="1153"/>
            <p14:sldId id="1134"/>
            <p14:sldId id="1146"/>
            <p14:sldId id="1140"/>
            <p14:sldId id="1145"/>
            <p14:sldId id="1150"/>
            <p14:sldId id="1148"/>
            <p14:sldId id="1149"/>
            <p14:sldId id="1151"/>
            <p14:sldId id="1137"/>
            <p14:sldId id="1136"/>
            <p14:sldId id="1152"/>
            <p14:sldId id="1154"/>
            <p14:sldId id="1147"/>
            <p14:sldId id="1143"/>
            <p14:sldId id="1138"/>
            <p14:sldId id="1135"/>
            <p14:sldId id="1142"/>
            <p14:sldId id="1129"/>
            <p14:sldId id="1130"/>
            <p14:sldId id="1131"/>
            <p14:sldId id="1132"/>
          </p14:sldIdLst>
        </p14:section>
        <p14:section name="자세한 정보" id="{2CC34DB2-6590-42C0-AD4B-A04C6060184E}">
          <p14:sldIdLst>
            <p14:sldId id="1121"/>
            <p14:sldId id="1122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26C14-C473-4A92-1BF8-65C1615D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84F31D-3BAF-0EE8-73C8-97028668A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FAE08-BF13-4290-1380-2DBD991C9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6DFD45-8A4E-42B5-B37F-58A6ED917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9132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eron/handson-ml3/blob/main/14_deep_computer_vision_with_cnns.ipyn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learningwithpython.io/chapters/chapter11_image-segmentation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6864E-BC1C-1514-F998-D23C329D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1053164" y="2132021"/>
            <a:ext cx="9460847" cy="1889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sz="2000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sz="2000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구성하였으며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제외함</a:t>
            </a:r>
            <a:endParaRPr lang="en-US" altLang="ko-KR" sz="2000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44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9033-6C62-0A20-DF03-7A8B8CA3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CAF466-95DC-49E2-F87A-7F37070A0C9F}"/>
              </a:ext>
            </a:extLst>
          </p:cNvPr>
          <p:cNvSpPr/>
          <p:nvPr/>
        </p:nvSpPr>
        <p:spPr>
          <a:xfrm>
            <a:off x="400050" y="16373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F351C-5017-1771-4471-D3540813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DF695-2B93-476F-B205-8A605F7F09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EF4FE02-7852-A22B-BE70-43B1218B6E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65BF9-EB5D-97D1-CFCF-3F9DC25B2F2B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815810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B6F0E-1AD2-0815-9B8B-C08FE5EC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0034C-D158-9433-3E81-703E2643F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1712226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bg1"/>
                </a:solidFill>
              </a:rPr>
              <a:t>실습하기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E6B5F63-4274-C3E4-9DEB-AAEDABD5730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endParaRPr lang="en-US" altLang="ko-KR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7E844-DE3E-FFCD-004F-B556D9016804}"/>
              </a:ext>
            </a:extLst>
          </p:cNvPr>
          <p:cNvSpPr txBox="1"/>
          <p:nvPr/>
        </p:nvSpPr>
        <p:spPr>
          <a:xfrm>
            <a:off x="838200" y="3507071"/>
            <a:ext cx="86391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O’RELLY</a:t>
            </a:r>
          </a:p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20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 </a:t>
            </a:r>
            <a:r>
              <a:rPr lang="en-US" altLang="ko-KR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Concepts, Tools, and Techniques to Build Intelligent Systems</a:t>
            </a:r>
            <a:endParaRPr lang="ko-KR" altLang="en-US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616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47BDE7D-0486-1B18-63F2-7EB449FEE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81296C-DF8F-7A97-7A7B-201C8C3B10E9}"/>
              </a:ext>
            </a:extLst>
          </p:cNvPr>
          <p:cNvSpPr txBox="1"/>
          <p:nvPr/>
        </p:nvSpPr>
        <p:spPr>
          <a:xfrm>
            <a:off x="7114570" y="1640711"/>
            <a:ext cx="4639280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15E082-60BB-666A-895A-58597F6A8AFA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2CB5DE-5333-71DA-C333-635C3D118380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93C68-07E6-9476-3AFA-470E8EC02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0A4B62-AE5E-5640-BE4C-EA69FDEFCAB5}"/>
              </a:ext>
            </a:extLst>
          </p:cNvPr>
          <p:cNvSpPr/>
          <p:nvPr/>
        </p:nvSpPr>
        <p:spPr>
          <a:xfrm>
            <a:off x="400050" y="25326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7D95E0-330B-30A5-0564-D5B2A6283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547BCA-A4C4-7B55-F5B8-8D35EDEFE2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8A42A12-E827-F437-7D52-686FD6EDC1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104B3-F07D-B016-9028-A2BC7627F49E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1824818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F05C6-986C-6FC5-1B5E-3EE02AE33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9DAC117-269F-A960-E9B7-42E993234AC4}"/>
              </a:ext>
            </a:extLst>
          </p:cNvPr>
          <p:cNvSpPr/>
          <p:nvPr/>
        </p:nvSpPr>
        <p:spPr>
          <a:xfrm>
            <a:off x="400050" y="29898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4490F-896F-56FE-CE8C-0FCF68CA7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1F701E-5F66-100C-566D-59069C6DD4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A684289-DB8F-2539-3673-F39F5D02E5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C9F6D-59B5-512A-1335-6F7E97674619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387221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566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087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4431983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  <a:endParaRPr lang="en-US" altLang="ko-KR" sz="1600" b="1" dirty="0">
              <a:solidFill>
                <a:schemeClr val="bg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(8,8,10)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719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917914"/>
              </p:ext>
            </p:extLst>
          </p:nvPr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760821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71E80-DE4E-EAE2-9DB7-EE4210BFF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86FDFCE-F088-12F3-B0B9-970D5EF0AAA8}"/>
              </a:ext>
            </a:extLst>
          </p:cNvPr>
          <p:cNvSpPr/>
          <p:nvPr/>
        </p:nvSpPr>
        <p:spPr>
          <a:xfrm>
            <a:off x="400050" y="25326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E1F466-0EDC-926C-D25D-1D7E4F4AA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86F028-3AE9-C84C-3701-33716A3A9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5C14D678-7A3F-4CF7-8C27-4250AF8DE1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A54DB-09DE-A69B-52E9-087177FD9F49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700370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802931"/>
            <a:ext cx="6998526" cy="334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3503581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715375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88987"/>
            <a:ext cx="2657475" cy="2923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08107"/>
            <a:ext cx="2657475" cy="4924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2207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9415464" y="4204508"/>
            <a:ext cx="2200275" cy="16927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076575"/>
            <a:ext cx="8877300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5464" y="1814800"/>
            <a:ext cx="2200274" cy="18928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</p:spTree>
    <p:extLst>
      <p:ext uri="{BB962C8B-B14F-4D97-AF65-F5344CB8AC3E}">
        <p14:creationId xmlns:p14="http://schemas.microsoft.com/office/powerpoint/2010/main" val="4239758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624B2-3FBF-AF4A-ED66-26B59D62D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B19A738-B0C1-59B5-9705-D7FAAF58B159}"/>
              </a:ext>
            </a:extLst>
          </p:cNvPr>
          <p:cNvSpPr/>
          <p:nvPr/>
        </p:nvSpPr>
        <p:spPr>
          <a:xfrm>
            <a:off x="400050" y="25707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0531E-5028-E8CB-9C58-403EE611B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3FBC55-D92E-27D6-B115-C11CA522C9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4739E2E-62EC-736D-B0B5-94278E6B8C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B16923-AA1B-9B6D-31BB-F42D49F73974}"/>
              </a:ext>
            </a:extLst>
          </p:cNvPr>
          <p:cNvSpPr txBox="1"/>
          <p:nvPr/>
        </p:nvSpPr>
        <p:spPr>
          <a:xfrm>
            <a:off x="860396" y="1589695"/>
            <a:ext cx="10030387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Networks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27273566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397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위치는 모름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모든 레이어를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하나하나의 정답을 다 채워 넣는 정밀한 이미지 분할이 비로소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69A9-4F04-718A-5AEF-7E99F11A4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903B85-7A47-27F7-9AE1-D7D36684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51CB9C-2FC1-374C-0EDA-DC9AE809DF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07FDF2-1C66-6ADC-C706-F8EC2BFD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518" y="2091967"/>
            <a:ext cx="5090957" cy="4309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3A10FE-64CB-2E00-71D1-DC1362550BBC}"/>
              </a:ext>
            </a:extLst>
          </p:cNvPr>
          <p:cNvSpPr txBox="1"/>
          <p:nvPr/>
        </p:nvSpPr>
        <p:spPr>
          <a:xfrm>
            <a:off x="609600" y="1384566"/>
            <a:ext cx="8518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 with Python : chapter11_image-segmentation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참고하여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slide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작성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F81F09-31E2-BFCA-A33A-12AA850BA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458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06A9F-C8BA-67A4-E9BD-47141DF8C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1981200" y="161555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105202" y="1650520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473236" y="2117141"/>
            <a:ext cx="1819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883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981200" y="18917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7105202" y="1926745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F503F-3B4E-D043-2764-B8A93F4F14EF}"/>
              </a:ext>
            </a:extLst>
          </p:cNvPr>
          <p:cNvSpPr txBox="1"/>
          <p:nvPr/>
        </p:nvSpPr>
        <p:spPr>
          <a:xfrm>
            <a:off x="9620250" y="2261116"/>
            <a:ext cx="2247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69582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958818" y="32480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6500752" y="2722781"/>
            <a:ext cx="3119498" cy="24409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0" y="2555282"/>
            <a:ext cx="2811942" cy="277598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4643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8621</TotalTime>
  <Words>2679</Words>
  <Application>Microsoft Office PowerPoint</Application>
  <PresentationFormat>와이드스크린</PresentationFormat>
  <Paragraphs>269</Paragraphs>
  <Slides>28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8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Wingdings</vt:lpstr>
      <vt:lpstr>WelcomeDoc</vt:lpstr>
      <vt:lpstr>Image Segmentation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133</cp:revision>
  <dcterms:created xsi:type="dcterms:W3CDTF">2026-04-06T01:00:39Z</dcterms:created>
  <dcterms:modified xsi:type="dcterms:W3CDTF">2026-08-11T04:52:36Z</dcterms:modified>
  <cp:version/>
</cp:coreProperties>
</file>