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handoutMasterIdLst>
    <p:handoutMasterId r:id="rId15"/>
  </p:handoutMasterIdLst>
  <p:sldIdLst>
    <p:sldId id="256" r:id="rId2"/>
    <p:sldId id="1133" r:id="rId3"/>
    <p:sldId id="1134" r:id="rId4"/>
    <p:sldId id="1135" r:id="rId5"/>
    <p:sldId id="1136" r:id="rId6"/>
    <p:sldId id="1129" r:id="rId7"/>
    <p:sldId id="1130" r:id="rId8"/>
    <p:sldId id="1131" r:id="rId9"/>
    <p:sldId id="1132" r:id="rId10"/>
    <p:sldId id="1121" r:id="rId11"/>
    <p:sldId id="1122" r:id="rId12"/>
    <p:sldId id="1123" r:id="rId1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3"/>
            <p14:sldId id="1134"/>
            <p14:sldId id="1135"/>
            <p14:sldId id="1136"/>
            <p14:sldId id="1129"/>
            <p14:sldId id="1130"/>
            <p14:sldId id="1131"/>
            <p14:sldId id="1132"/>
          </p14:sldIdLst>
        </p14:section>
        <p14:section name="자세한 정보" id="{2CC34DB2-6590-42C0-AD4B-A04C6060184E}">
          <p14:sldIdLst>
            <p14:sldId id="1121"/>
            <p14:sldId id="1122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youtube.com/watch?v=H5HGZ1wLtrk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openaccess.thecvf.com/content_cvpr_2015/papers/Long_Fully_Convolutional_Networks_2015_CVPR_paper.pdf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learningwithpython.io/chapters/chapter11_image-segmentation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9033-6C62-0A20-DF03-7A8B8CA31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F351C-5017-1771-4471-D35408135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DF695-2B93-476F-B205-8A605F7F09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794A00-B646-16E7-2041-231B19D18130}"/>
              </a:ext>
            </a:extLst>
          </p:cNvPr>
          <p:cNvSpPr txBox="1"/>
          <p:nvPr/>
        </p:nvSpPr>
        <p:spPr>
          <a:xfrm>
            <a:off x="6096000" y="6184540"/>
            <a:ext cx="11336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EF4FE02-7852-A22B-BE70-43B1218B6E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78C25A4-C6EB-6B28-BB17-8B8FB0D003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0620" y="1402311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5C2E73B-F3BB-6414-D8E9-042446583B25}"/>
              </a:ext>
            </a:extLst>
          </p:cNvPr>
          <p:cNvSpPr txBox="1"/>
          <p:nvPr/>
        </p:nvSpPr>
        <p:spPr>
          <a:xfrm>
            <a:off x="6096000" y="5882372"/>
            <a:ext cx="55149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12D706-7D03-B43E-EA1F-620A216D79F1}"/>
              </a:ext>
            </a:extLst>
          </p:cNvPr>
          <p:cNvSpPr txBox="1"/>
          <p:nvPr/>
        </p:nvSpPr>
        <p:spPr>
          <a:xfrm>
            <a:off x="428624" y="1464648"/>
            <a:ext cx="5514976" cy="3928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sz="1400" dirty="0" err="1">
                <a:solidFill>
                  <a:schemeClr val="accent5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sz="1400" dirty="0">
                <a:solidFill>
                  <a:schemeClr val="accent5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기존의 분류용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완전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형태로 변환해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 이미지 크기에 관계없이 밀도 있는 예측을 수행할 수 있게 한 혁신적 접근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(Classifier)"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확장한 최초의 딥러닝 구조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·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개선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의료 영상 분석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위성 영상 등 다양한 응용 분야에서 핵심적인 기술적 기반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5810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0054D6-2E71-887C-FEA5-FD38AEDDB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8DFC2F-1BAD-6983-92B9-9B6906EA9127}"/>
              </a:ext>
            </a:extLst>
          </p:cNvPr>
          <p:cNvSpPr txBox="1"/>
          <p:nvPr/>
        </p:nvSpPr>
        <p:spPr>
          <a:xfrm>
            <a:off x="628650" y="1325175"/>
            <a:ext cx="10353762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283B6A-082F-EEFF-C478-18E7B173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10353762" cy="50475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8134350" y="4789957"/>
            <a:ext cx="3581400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4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4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4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4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4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4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4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4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4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4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4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4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</p:spTree>
    <p:extLst>
      <p:ext uri="{BB962C8B-B14F-4D97-AF65-F5344CB8AC3E}">
        <p14:creationId xmlns:p14="http://schemas.microsoft.com/office/powerpoint/2010/main" val="4239758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F31271-713B-9FDE-F191-99E79E200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69913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397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위치는 모름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모든 레이어를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하나하나의 정답을 다 채워 넣는 정밀한 이미지 분할이 비로소 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69A9-4F04-718A-5AEF-7E99F11A4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903B85-7A47-27F7-9AE1-D7D366848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51CB9C-2FC1-374C-0EDA-DC9AE809DF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07FDF2-1C66-6ADC-C706-F8EC2BFD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6518" y="2091967"/>
            <a:ext cx="5090957" cy="4309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3A10FE-64CB-2E00-71D1-DC1362550BBC}"/>
              </a:ext>
            </a:extLst>
          </p:cNvPr>
          <p:cNvSpPr txBox="1"/>
          <p:nvPr/>
        </p:nvSpPr>
        <p:spPr>
          <a:xfrm>
            <a:off x="609600" y="1384566"/>
            <a:ext cx="8518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 with Python : chapter11_image-segmentation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참고하여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slide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작성</a:t>
            </a:r>
          </a:p>
        </p:txBody>
      </p:sp>
    </p:spTree>
    <p:extLst>
      <p:ext uri="{BB962C8B-B14F-4D97-AF65-F5344CB8AC3E}">
        <p14:creationId xmlns:p14="http://schemas.microsoft.com/office/powerpoint/2010/main" val="2873145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406A9F-C8BA-67A4-E9BD-47141DF8C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1981200" y="161555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105202" y="1650520"/>
            <a:ext cx="1690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264666" y="5408114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4966726" y="3794342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091112" y="3244334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467600" y="354300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7909786" y="4467346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473236" y="2117141"/>
            <a:ext cx="1819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</p:txBody>
      </p:sp>
    </p:spTree>
    <p:extLst>
      <p:ext uri="{BB962C8B-B14F-4D97-AF65-F5344CB8AC3E}">
        <p14:creationId xmlns:p14="http://schemas.microsoft.com/office/powerpoint/2010/main" val="530883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786261-866F-22A1-3F08-23BE259E7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981200" y="18917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7105202" y="1926745"/>
            <a:ext cx="16905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F503F-3B4E-D043-2764-B8A93F4F14EF}"/>
              </a:ext>
            </a:extLst>
          </p:cNvPr>
          <p:cNvSpPr txBox="1"/>
          <p:nvPr/>
        </p:nvSpPr>
        <p:spPr>
          <a:xfrm>
            <a:off x="9620250" y="2261116"/>
            <a:ext cx="22479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7264666" y="5408114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69582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958818" y="32480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6500752" y="2722781"/>
            <a:ext cx="3119498" cy="24409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0" y="2555282"/>
            <a:ext cx="2811942" cy="277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464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99" y="1662889"/>
            <a:ext cx="9536749" cy="446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6011</TotalTime>
  <Words>1077</Words>
  <Application>Microsoft Office PowerPoint</Application>
  <PresentationFormat>와이드스크린</PresentationFormat>
  <Paragraphs>110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D2Coding</vt:lpstr>
      <vt:lpstr>맑은 고딕</vt:lpstr>
      <vt:lpstr>맑은 고딕 Semilight</vt:lpstr>
      <vt:lpstr>Batang</vt:lpstr>
      <vt:lpstr>Arial</vt:lpstr>
      <vt:lpstr>Wingdings</vt:lpstr>
      <vt:lpstr>WelcomeDoc</vt:lpstr>
      <vt:lpstr>Image Segmentation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117</cp:revision>
  <dcterms:created xsi:type="dcterms:W3CDTF">2026-04-06T01:00:39Z</dcterms:created>
  <dcterms:modified xsi:type="dcterms:W3CDTF">2026-07-10T06:04:10Z</dcterms:modified>
  <cp:version/>
</cp:coreProperties>
</file>