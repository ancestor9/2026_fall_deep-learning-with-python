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88" r:id="rId13"/>
    <p:sldId id="1143" r:id="rId14"/>
    <p:sldId id="1189" r:id="rId15"/>
    <p:sldId id="1138" r:id="rId16"/>
    <p:sldId id="1163" r:id="rId17"/>
    <p:sldId id="1135" r:id="rId18"/>
    <p:sldId id="1164" r:id="rId19"/>
    <p:sldId id="1136" r:id="rId20"/>
    <p:sldId id="1152" r:id="rId21"/>
    <p:sldId id="1154" r:id="rId22"/>
    <p:sldId id="1191" r:id="rId23"/>
    <p:sldId id="1134" r:id="rId24"/>
    <p:sldId id="1192" r:id="rId25"/>
    <p:sldId id="1193" r:id="rId26"/>
    <p:sldId id="1140" r:id="rId27"/>
    <p:sldId id="1145" r:id="rId28"/>
    <p:sldId id="1150" r:id="rId29"/>
    <p:sldId id="1194" r:id="rId30"/>
    <p:sldId id="1149" r:id="rId31"/>
    <p:sldId id="1151" r:id="rId32"/>
    <p:sldId id="1139" r:id="rId33"/>
    <p:sldId id="1195" r:id="rId34"/>
    <p:sldId id="1121" r:id="rId35"/>
    <p:sldId id="1122" r:id="rId36"/>
    <p:sldId id="1123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88"/>
            <p14:sldId id="1143"/>
            <p14:sldId id="1189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39"/>
            <p14:sldId id="1195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021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F178DAC-22D0-A3E5-4A8E-FF77AE5238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3F178F-15F2-9E0D-8A95-627E0C57E062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608F-8CF6-C5EC-D05C-B1B11B113B23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10119</TotalTime>
  <Words>3395</Words>
  <Application>Microsoft Office PowerPoint</Application>
  <PresentationFormat>와이드스크린</PresentationFormat>
  <Paragraphs>441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D2Coding</vt:lpstr>
      <vt:lpstr>맑은 고딕</vt:lpstr>
      <vt:lpstr>맑은 고딕 Semilight</vt:lpstr>
      <vt:lpstr>Batang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152</cp:revision>
  <dcterms:created xsi:type="dcterms:W3CDTF">2026-04-06T01:00:39Z</dcterms:created>
  <dcterms:modified xsi:type="dcterms:W3CDTF">2026-09-21T21:20:48Z</dcterms:modified>
  <cp:version/>
</cp:coreProperties>
</file>