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88" r:id="rId13"/>
    <p:sldId id="1189" r:id="rId14"/>
    <p:sldId id="1143" r:id="rId15"/>
    <p:sldId id="1138" r:id="rId16"/>
    <p:sldId id="1163" r:id="rId17"/>
    <p:sldId id="1135" r:id="rId18"/>
    <p:sldId id="1164" r:id="rId19"/>
    <p:sldId id="1136" r:id="rId20"/>
    <p:sldId id="1152" r:id="rId21"/>
    <p:sldId id="1154" r:id="rId22"/>
    <p:sldId id="1191" r:id="rId23"/>
    <p:sldId id="1134" r:id="rId24"/>
    <p:sldId id="1192" r:id="rId25"/>
    <p:sldId id="1193" r:id="rId26"/>
    <p:sldId id="1140" r:id="rId27"/>
    <p:sldId id="1145" r:id="rId28"/>
    <p:sldId id="1150" r:id="rId29"/>
    <p:sldId id="1194" r:id="rId30"/>
    <p:sldId id="1149" r:id="rId31"/>
    <p:sldId id="1151" r:id="rId32"/>
    <p:sldId id="1139" r:id="rId33"/>
    <p:sldId id="1195" r:id="rId34"/>
    <p:sldId id="1121" r:id="rId35"/>
    <p:sldId id="1122" r:id="rId36"/>
    <p:sldId id="1123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88"/>
            <p14:sldId id="1189"/>
            <p14:sldId id="1143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39"/>
            <p14:sldId id="1195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824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1323975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고정된 차원을 가지며 공간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292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6671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84845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216392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72656"/>
              </p:ext>
            </p:extLst>
          </p:nvPr>
        </p:nvGraphicFramePr>
        <p:xfrm>
          <a:off x="5615672" y="216392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87096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success !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608F-8CF6-C5EC-D05C-B1B11B113B23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9561</TotalTime>
  <Words>3352</Words>
  <Application>Microsoft Office PowerPoint</Application>
  <PresentationFormat>와이드스크린</PresentationFormat>
  <Paragraphs>436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151</cp:revision>
  <dcterms:created xsi:type="dcterms:W3CDTF">2026-04-06T01:00:39Z</dcterms:created>
  <dcterms:modified xsi:type="dcterms:W3CDTF">2026-09-19T12:05:04Z</dcterms:modified>
  <cp:version/>
</cp:coreProperties>
</file>