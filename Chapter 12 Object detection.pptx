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256" r:id="rId2"/>
    <p:sldId id="1124" r:id="rId3"/>
    <p:sldId id="1146" r:id="rId4"/>
    <p:sldId id="1144" r:id="rId5"/>
    <p:sldId id="1143" r:id="rId6"/>
    <p:sldId id="1145" r:id="rId7"/>
    <p:sldId id="1147" r:id="rId8"/>
    <p:sldId id="1142" r:id="rId9"/>
    <p:sldId id="1125" r:id="rId10"/>
    <p:sldId id="1128" r:id="rId11"/>
    <p:sldId id="1129" r:id="rId12"/>
    <p:sldId id="1131" r:id="rId13"/>
    <p:sldId id="1139" r:id="rId14"/>
    <p:sldId id="1130" r:id="rId15"/>
    <p:sldId id="1140" r:id="rId16"/>
    <p:sldId id="1127" r:id="rId17"/>
    <p:sldId id="1121" r:id="rId18"/>
    <p:sldId id="1133" r:id="rId19"/>
    <p:sldId id="1135" r:id="rId20"/>
    <p:sldId id="1136" r:id="rId21"/>
    <p:sldId id="1132" r:id="rId22"/>
    <p:sldId id="1122" r:id="rId23"/>
    <p:sldId id="1137" r:id="rId24"/>
    <p:sldId id="1141" r:id="rId25"/>
    <p:sldId id="1138" r:id="rId26"/>
    <p:sldId id="1123" r:id="rId2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46"/>
            <p14:sldId id="1144"/>
            <p14:sldId id="1143"/>
            <p14:sldId id="1145"/>
            <p14:sldId id="1147"/>
            <p14:sldId id="1142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404040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09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7" Type="http://schemas.openxmlformats.org/officeDocument/2006/relationships/image" Target="../media/image7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29.png"/><Relationship Id="rId7" Type="http://schemas.openxmlformats.org/officeDocument/2006/relationships/image" Target="../media/image17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svg"/><Relationship Id="rId11" Type="http://schemas.openxmlformats.org/officeDocument/2006/relationships/image" Target="../media/image210.png"/><Relationship Id="rId5" Type="http://schemas.openxmlformats.org/officeDocument/2006/relationships/image" Target="../media/image19.png"/><Relationship Id="rId10" Type="http://schemas.openxmlformats.org/officeDocument/2006/relationships/image" Target="../media/image32.png"/><Relationship Id="rId4" Type="http://schemas.openxmlformats.org/officeDocument/2006/relationships/image" Target="../media/image30.png"/><Relationship Id="rId9" Type="http://schemas.openxmlformats.org/officeDocument/2006/relationships/image" Target="../media/image19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57F93D-51DA-905A-02EC-8F49432C7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580" y="1382852"/>
            <a:ext cx="5768840" cy="409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A406B4BB-B5DA-DB08-07F0-525EB83680C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168369" y="5957906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12433A5B-2F04-3220-D441-4838CCCA6DD4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3621FF9F-4C5A-A6D5-1231-5744F940B6AA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4" y="2629826"/>
            <a:ext cx="8603643" cy="3505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567" y="2580159"/>
            <a:ext cx="6027942" cy="388654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30184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273273"/>
            <a:ext cx="2844492" cy="286232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9688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475644" y="6206740"/>
            <a:ext cx="5827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34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CDA5AB7-13B9-51FB-F4B1-936602F3CF1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781845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29550" y="2764233"/>
            <a:ext cx="3983196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있는 것을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9B39-B3A3-355E-2149-99B82CF67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236CDC-CAAA-AD41-2A86-6972FBBDB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98025F96-F6F7-51EE-4EFE-E88F89C3AC2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31D889-8BD3-66E2-1382-E469E8ED1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1" y="2051763"/>
            <a:ext cx="5520918" cy="39164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437C3-A91C-76C3-9E7C-7FD2BA257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35" y="2207635"/>
            <a:ext cx="2476715" cy="3810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8114258-28A4-024D-2A36-DA0FBA742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495" y="3007759"/>
            <a:ext cx="1958510" cy="2743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1C1BBD-DBFB-5833-8E9E-2F4E51A30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661" y="3750915"/>
            <a:ext cx="2484335" cy="3048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A8536B-5F00-DE4B-B96A-CE57421EB2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661" y="4578753"/>
            <a:ext cx="2712955" cy="24386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5B3754-A62B-6430-2972-2CEC6ED06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7085" y="5289943"/>
            <a:ext cx="2339543" cy="312447"/>
          </a:xfrm>
          <a:prstGeom prst="rect">
            <a:avLst/>
          </a:prstGeom>
        </p:spPr>
      </p:pic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988B65A-F1A3-0DCD-6A21-61F37B9F1D9C}"/>
              </a:ext>
            </a:extLst>
          </p:cNvPr>
          <p:cNvSpPr/>
          <p:nvPr/>
        </p:nvSpPr>
        <p:spPr>
          <a:xfrm>
            <a:off x="9846964" y="2315454"/>
            <a:ext cx="264815" cy="2550007"/>
          </a:xfrm>
          <a:prstGeom prst="rightBrace">
            <a:avLst>
              <a:gd name="adj1" fmla="val 383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89D0F1-9A93-A0B8-08EA-E6E3CCC336FB}"/>
              </a:ext>
            </a:extLst>
          </p:cNvPr>
          <p:cNvSpPr txBox="1"/>
          <p:nvPr/>
        </p:nvSpPr>
        <p:spPr>
          <a:xfrm>
            <a:off x="10042032" y="3421180"/>
            <a:ext cx="1891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62DD07-0AFE-09C6-83F8-55F6A91F170B}"/>
              </a:ext>
            </a:extLst>
          </p:cNvPr>
          <p:cNvSpPr txBox="1"/>
          <p:nvPr/>
        </p:nvSpPr>
        <p:spPr>
          <a:xfrm>
            <a:off x="9732664" y="5241513"/>
            <a:ext cx="21240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31FF1D-92D2-B35F-9BD8-736EBF5FAB21}"/>
              </a:ext>
            </a:extLst>
          </p:cNvPr>
          <p:cNvSpPr txBox="1"/>
          <p:nvPr/>
        </p:nvSpPr>
        <p:spPr>
          <a:xfrm>
            <a:off x="5862603" y="2508724"/>
            <a:ext cx="3939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셀 기준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중심 좌표의 위치 오차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C0ED5A-B7C3-A649-334F-A1E508A32D8B}"/>
              </a:ext>
            </a:extLst>
          </p:cNvPr>
          <p:cNvSpPr txBox="1"/>
          <p:nvPr/>
        </p:nvSpPr>
        <p:spPr>
          <a:xfrm>
            <a:off x="5925032" y="3242914"/>
            <a:ext cx="4097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박스의 너비와 높이 오차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상자의 오차 비중을 높이기 위해 제곱근 적용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331AF8-AF5B-FCA2-4450-28415907D570}"/>
              </a:ext>
            </a:extLst>
          </p:cNvPr>
          <p:cNvSpPr txBox="1"/>
          <p:nvPr/>
        </p:nvSpPr>
        <p:spPr>
          <a:xfrm>
            <a:off x="5875039" y="3990641"/>
            <a:ext cx="3516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있는 박스에서 예측 신뢰도가 실제 정답 박스와의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값의 오차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9165C-C281-3ADD-B44E-6268435FE49A}"/>
              </a:ext>
            </a:extLst>
          </p:cNvPr>
          <p:cNvSpPr txBox="1"/>
          <p:nvPr/>
        </p:nvSpPr>
        <p:spPr>
          <a:xfrm>
            <a:off x="5862603" y="4805043"/>
            <a:ext cx="3595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없는 배경 영역의 예측 신뢰도가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되도록 유도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(L2 penalty)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E0A18-6FAB-1219-B113-90BDE9A0B9A3}"/>
              </a:ext>
            </a:extLst>
          </p:cNvPr>
          <p:cNvSpPr txBox="1"/>
          <p:nvPr/>
        </p:nvSpPr>
        <p:spPr>
          <a:xfrm>
            <a:off x="335261" y="1682431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Minimize Loss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574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583E11-9EF6-032B-C8D3-BE0C79C7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3035900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09ACC-26E9-738A-BAF0-C80379F8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게산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832F23-9FCA-4B9A-2560-8A63A374C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10232</TotalTime>
  <Words>2184</Words>
  <Application>Microsoft Office PowerPoint</Application>
  <PresentationFormat>와이드스크린</PresentationFormat>
  <Paragraphs>337</Paragraphs>
  <Slides>26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141</cp:revision>
  <dcterms:created xsi:type="dcterms:W3CDTF">2026-04-06T01:00:39Z</dcterms:created>
  <dcterms:modified xsi:type="dcterms:W3CDTF">2026-08-12T15:05:56Z</dcterms:modified>
  <cp:version/>
</cp:coreProperties>
</file>