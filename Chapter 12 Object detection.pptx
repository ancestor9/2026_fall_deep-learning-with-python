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1124" r:id="rId3"/>
    <p:sldId id="1125" r:id="rId4"/>
    <p:sldId id="1128" r:id="rId5"/>
    <p:sldId id="1129" r:id="rId6"/>
    <p:sldId id="1131" r:id="rId7"/>
    <p:sldId id="1139" r:id="rId8"/>
    <p:sldId id="1130" r:id="rId9"/>
    <p:sldId id="1140" r:id="rId10"/>
    <p:sldId id="1127" r:id="rId11"/>
    <p:sldId id="1121" r:id="rId12"/>
    <p:sldId id="1133" r:id="rId13"/>
    <p:sldId id="1135" r:id="rId14"/>
    <p:sldId id="1136" r:id="rId15"/>
    <p:sldId id="1132" r:id="rId16"/>
    <p:sldId id="1122" r:id="rId17"/>
    <p:sldId id="1137" r:id="rId18"/>
    <p:sldId id="1141" r:id="rId19"/>
    <p:sldId id="1138" r:id="rId20"/>
    <p:sldId id="1123" r:id="rId2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25"/>
            <p14:sldId id="1128"/>
            <p14:sldId id="1129"/>
            <p14:sldId id="1131"/>
            <p14:sldId id="1139"/>
            <p14:sldId id="1130"/>
            <p14:sldId id="114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41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29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svg"/><Relationship Id="rId11" Type="http://schemas.openxmlformats.org/officeDocument/2006/relationships/image" Target="../media/image21.png"/><Relationship Id="rId5" Type="http://schemas.openxmlformats.org/officeDocument/2006/relationships/image" Target="../media/image2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C84EB-643A-BD90-4DE9-4C4414D8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A1BABDC3-3259-29C1-9E15-445556172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2F9D786E-B5EE-36AA-29D1-8495BE249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8B83A0-2036-E940-B401-FA337E449F7F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6F307B-379C-5176-012A-DC753D139007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DC1D08F-F0CE-F521-54A2-0D0BDA6459A3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C31329F-2A20-86DD-0257-2B87D7F114B8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B41EC26-0BAB-1EA1-5BE8-542B7AE49B5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EF826AF1-21F3-B636-DD38-6F2F49C1550D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69C71E-2EA5-1996-68BD-79BF02C45525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AF325268-AB32-71A8-0F81-D3EEF3561CAC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97F6CBA9-570F-757D-55FB-06B879FCD62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F79A8A-F900-1B57-B39B-1820C0FE5862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3DBB289-F63D-DC59-6B81-D2462AA4D081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A7A19-64BD-F4CA-BB60-000D9462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5524500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5524500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FCN</a:t>
            </a:r>
            <a:endParaRPr lang="ko-KR" altLang="en-US" dirty="0"/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5524500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YOLO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248150" y="6311384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09ACC-26E9-738A-BAF0-C80379F8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게산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4493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65D88-8573-ADF0-534A-5F383AF9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474989"/>
            <a:ext cx="4114498" cy="4629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박스의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(Scale)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비율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(Aspect Ratio)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사전에 세팅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직관이나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K-Means Clustering)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미리 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정해둬도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세상 모든 물체의 크기에 딱 맞아떨어지는 앵커 박스를 만드는 것은 불가능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함께 사용하여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사잔에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정한 앵커 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 근접한 출발선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뿐이고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연산을 통해 그 고정된 틀을 실제 물체 크기에 맞게 수 밀리미터 단위로 미세하게 늘리거나 줄여서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값 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정답을 찾게 됨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D8A8416-2307-93DC-863B-ABA03779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402" y="1474989"/>
            <a:ext cx="6742796" cy="4411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FD4B-C40F-5DED-FACC-738F5BC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832F23-9FCA-4B9A-2560-8A63A374C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F66FF0-2CED-6E91-18B9-C638E564E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2C951-CE28-AD38-D2E1-8D7B612630DF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197DD21-36FC-BEFC-CCFD-BFB183647A4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DCB820B-BD35-5B2F-05F9-6DC922453C99}"/>
              </a:ext>
            </a:extLst>
          </p:cNvPr>
          <p:cNvGraphicFramePr>
            <a:graphicFrameLocks noGrp="1"/>
          </p:cNvGraphicFramePr>
          <p:nvPr/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F266889-2574-6C8D-498E-2954A5F89700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F025B43B-39F6-6D9F-17C5-629B2610F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9AFFF238-2574-8DAA-15D2-6C011A6C67C6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E1976F9-25E4-2257-A627-A4E3CBC2C1B7}"/>
              </a:ext>
            </a:extLst>
          </p:cNvPr>
          <p:cNvGraphicFramePr>
            <a:graphicFrameLocks noGrp="1"/>
          </p:cNvGraphicFramePr>
          <p:nvPr/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F3413E7F-C0BD-A5C4-97D1-5D0E8C6A3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EC2A791D-5EAC-8DC6-3401-265698CA496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84ABF0-D5CF-8FAB-691A-53A0DA4AA826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ED8A2-C278-A78F-8F42-80C8604E01C5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307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DE57EB-9327-70C4-90A9-D5A05DD2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9784</TotalTime>
  <Words>1795</Words>
  <Application>Microsoft Office PowerPoint</Application>
  <PresentationFormat>와이드스크린</PresentationFormat>
  <Paragraphs>302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D2Coding</vt:lpstr>
      <vt:lpstr>맑은 고딕</vt:lpstr>
      <vt:lpstr>Batang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136</cp:revision>
  <dcterms:created xsi:type="dcterms:W3CDTF">2026-04-06T01:00:39Z</dcterms:created>
  <dcterms:modified xsi:type="dcterms:W3CDTF">2026-07-10T06:04:32Z</dcterms:modified>
  <cp:version/>
</cp:coreProperties>
</file>